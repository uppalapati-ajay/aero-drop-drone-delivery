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36" r:id="rId1"/>
  </p:sldMasterIdLst>
  <p:notesMasterIdLst>
    <p:notesMasterId r:id="rId19"/>
  </p:notesMasterIdLst>
  <p:sldIdLst>
    <p:sldId id="256" r:id="rId2"/>
    <p:sldId id="321" r:id="rId3"/>
    <p:sldId id="268" r:id="rId4"/>
    <p:sldId id="315" r:id="rId5"/>
    <p:sldId id="329" r:id="rId6"/>
    <p:sldId id="332" r:id="rId7"/>
    <p:sldId id="320" r:id="rId8"/>
    <p:sldId id="330" r:id="rId9"/>
    <p:sldId id="327" r:id="rId10"/>
    <p:sldId id="334" r:id="rId11"/>
    <p:sldId id="333" r:id="rId12"/>
    <p:sldId id="335" r:id="rId13"/>
    <p:sldId id="336" r:id="rId14"/>
    <p:sldId id="337" r:id="rId15"/>
    <p:sldId id="318" r:id="rId16"/>
    <p:sldId id="319" r:id="rId17"/>
    <p:sldId id="32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1798EF-1CA7-4ADC-904E-533F594B1894}">
          <p14:sldIdLst>
            <p14:sldId id="256"/>
            <p14:sldId id="321"/>
            <p14:sldId id="268"/>
            <p14:sldId id="315"/>
            <p14:sldId id="329"/>
            <p14:sldId id="332"/>
            <p14:sldId id="320"/>
            <p14:sldId id="330"/>
            <p14:sldId id="327"/>
            <p14:sldId id="334"/>
            <p14:sldId id="333"/>
            <p14:sldId id="335"/>
            <p14:sldId id="336"/>
            <p14:sldId id="337"/>
            <p14:sldId id="318"/>
            <p14:sldId id="319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231C8-BE2D-4BF1-B661-1219D7584077}" v="92" dt="2025-11-11T13:51:44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5706" autoAdjust="0"/>
  </p:normalViewPr>
  <p:slideViewPr>
    <p:cSldViewPr snapToGrid="0">
      <p:cViewPr varScale="1">
        <p:scale>
          <a:sx n="91" d="100"/>
          <a:sy n="91" d="100"/>
        </p:scale>
        <p:origin x="35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Chowdary uppalapati" userId="4b769b58c93968d6" providerId="LiveId" clId="{F907CBFE-8F70-409A-A9C6-012062F3AC94}"/>
    <pc:docChg chg="undo custSel addSld delSld modSld sldOrd modSection">
      <pc:chgData name="Ajay Chowdary uppalapati" userId="4b769b58c93968d6" providerId="LiveId" clId="{F907CBFE-8F70-409A-A9C6-012062F3AC94}" dt="2025-11-11T13:52:19.186" v="773" actId="1076"/>
      <pc:docMkLst>
        <pc:docMk/>
      </pc:docMkLst>
      <pc:sldChg chg="modSp mod">
        <pc:chgData name="Ajay Chowdary uppalapati" userId="4b769b58c93968d6" providerId="LiveId" clId="{F907CBFE-8F70-409A-A9C6-012062F3AC94}" dt="2025-11-11T10:41:27.481" v="27" actId="122"/>
        <pc:sldMkLst>
          <pc:docMk/>
          <pc:sldMk cId="3044471691" sldId="256"/>
        </pc:sldMkLst>
        <pc:spChg chg="mod">
          <ac:chgData name="Ajay Chowdary uppalapati" userId="4b769b58c93968d6" providerId="LiveId" clId="{F907CBFE-8F70-409A-A9C6-012062F3AC94}" dt="2025-11-11T10:41:27.481" v="27" actId="122"/>
          <ac:spMkLst>
            <pc:docMk/>
            <pc:sldMk cId="3044471691" sldId="256"/>
            <ac:spMk id="2" creationId="{493127F0-7ABA-9451-96D4-41DE921F3918}"/>
          </ac:spMkLst>
        </pc:spChg>
        <pc:spChg chg="mod">
          <ac:chgData name="Ajay Chowdary uppalapati" userId="4b769b58c93968d6" providerId="LiveId" clId="{F907CBFE-8F70-409A-A9C6-012062F3AC94}" dt="2025-11-11T10:41:23.893" v="25" actId="122"/>
          <ac:spMkLst>
            <pc:docMk/>
            <pc:sldMk cId="3044471691" sldId="256"/>
            <ac:spMk id="7" creationId="{1E0CA627-428A-6E43-75C7-A018DAFC4310}"/>
          </ac:spMkLst>
        </pc:spChg>
        <pc:spChg chg="mod">
          <ac:chgData name="Ajay Chowdary uppalapati" userId="4b769b58c93968d6" providerId="LiveId" clId="{F907CBFE-8F70-409A-A9C6-012062F3AC94}" dt="2025-11-11T10:39:50.463" v="1" actId="1076"/>
          <ac:spMkLst>
            <pc:docMk/>
            <pc:sldMk cId="3044471691" sldId="256"/>
            <ac:spMk id="8" creationId="{9B5D0229-F292-40DE-4B68-D2B2BBE27571}"/>
          </ac:spMkLst>
        </pc:spChg>
      </pc:sldChg>
      <pc:sldChg chg="modSp mod">
        <pc:chgData name="Ajay Chowdary uppalapati" userId="4b769b58c93968d6" providerId="LiveId" clId="{F907CBFE-8F70-409A-A9C6-012062F3AC94}" dt="2025-11-11T13:27:35.945" v="706" actId="1076"/>
        <pc:sldMkLst>
          <pc:docMk/>
          <pc:sldMk cId="2855408759" sldId="268"/>
        </pc:sldMkLst>
        <pc:spChg chg="mod">
          <ac:chgData name="Ajay Chowdary uppalapati" userId="4b769b58c93968d6" providerId="LiveId" clId="{F907CBFE-8F70-409A-A9C6-012062F3AC94}" dt="2025-11-11T13:27:35.945" v="706" actId="1076"/>
          <ac:spMkLst>
            <pc:docMk/>
            <pc:sldMk cId="2855408759" sldId="268"/>
            <ac:spMk id="3" creationId="{824A58E5-4CAD-31DA-B137-5D5FECFBA862}"/>
          </ac:spMkLst>
        </pc:spChg>
      </pc:sldChg>
      <pc:sldChg chg="addSp delSp modSp new mod ord">
        <pc:chgData name="Ajay Chowdary uppalapati" userId="4b769b58c93968d6" providerId="LiveId" clId="{F907CBFE-8F70-409A-A9C6-012062F3AC94}" dt="2025-11-11T11:13:30.387" v="442" actId="1076"/>
        <pc:sldMkLst>
          <pc:docMk/>
          <pc:sldMk cId="3922088590" sldId="333"/>
        </pc:sldMkLst>
        <pc:spChg chg="mod">
          <ac:chgData name="Ajay Chowdary uppalapati" userId="4b769b58c93968d6" providerId="LiveId" clId="{F907CBFE-8F70-409A-A9C6-012062F3AC94}" dt="2025-11-11T10:49:43.854" v="138" actId="14100"/>
          <ac:spMkLst>
            <pc:docMk/>
            <pc:sldMk cId="3922088590" sldId="333"/>
            <ac:spMk id="2" creationId="{EEBD4045-4947-81FE-30FC-8F1AEA38AEA8}"/>
          </ac:spMkLst>
        </pc:spChg>
        <pc:spChg chg="del mod">
          <ac:chgData name="Ajay Chowdary uppalapati" userId="4b769b58c93968d6" providerId="LiveId" clId="{F907CBFE-8F70-409A-A9C6-012062F3AC94}" dt="2025-11-11T10:50:05.771" v="140" actId="931"/>
          <ac:spMkLst>
            <pc:docMk/>
            <pc:sldMk cId="3922088590" sldId="333"/>
            <ac:spMk id="3" creationId="{B3687FFF-75B4-F51D-BBC9-3EE0052AA748}"/>
          </ac:spMkLst>
        </pc:spChg>
        <pc:spChg chg="add mod">
          <ac:chgData name="Ajay Chowdary uppalapati" userId="4b769b58c93968d6" providerId="LiveId" clId="{F907CBFE-8F70-409A-A9C6-012062F3AC94}" dt="2025-11-11T10:47:30.379" v="102"/>
          <ac:spMkLst>
            <pc:docMk/>
            <pc:sldMk cId="3922088590" sldId="333"/>
            <ac:spMk id="4" creationId="{2B91BBCD-54F9-19F3-0123-EC4C35287F6E}"/>
          </ac:spMkLst>
        </pc:spChg>
        <pc:spChg chg="add del mod">
          <ac:chgData name="Ajay Chowdary uppalapati" userId="4b769b58c93968d6" providerId="LiveId" clId="{F907CBFE-8F70-409A-A9C6-012062F3AC94}" dt="2025-11-11T10:50:31.087" v="146" actId="931"/>
          <ac:spMkLst>
            <pc:docMk/>
            <pc:sldMk cId="3922088590" sldId="333"/>
            <ac:spMk id="8" creationId="{3931FE61-51F9-BDFD-7AEC-7D476C46045B}"/>
          </ac:spMkLst>
        </pc:spChg>
        <pc:spChg chg="add del mod">
          <ac:chgData name="Ajay Chowdary uppalapati" userId="4b769b58c93968d6" providerId="LiveId" clId="{F907CBFE-8F70-409A-A9C6-012062F3AC94}" dt="2025-11-11T10:50:47.789" v="158" actId="931"/>
          <ac:spMkLst>
            <pc:docMk/>
            <pc:sldMk cId="3922088590" sldId="333"/>
            <ac:spMk id="18" creationId="{88EF46F5-6643-562F-B07A-07A2E4C338AC}"/>
          </ac:spMkLst>
        </pc:spChg>
        <pc:spChg chg="add del mod">
          <ac:chgData name="Ajay Chowdary uppalapati" userId="4b769b58c93968d6" providerId="LiveId" clId="{F907CBFE-8F70-409A-A9C6-012062F3AC94}" dt="2025-11-11T10:55:58.354" v="171" actId="931"/>
          <ac:spMkLst>
            <pc:docMk/>
            <pc:sldMk cId="3922088590" sldId="333"/>
            <ac:spMk id="22" creationId="{45E6384C-AD10-C591-ADCC-B7CABF3D41AA}"/>
          </ac:spMkLst>
        </pc:spChg>
        <pc:spChg chg="add del mod">
          <ac:chgData name="Ajay Chowdary uppalapati" userId="4b769b58c93968d6" providerId="LiveId" clId="{F907CBFE-8F70-409A-A9C6-012062F3AC94}" dt="2025-11-11T10:58:39.664" v="229"/>
          <ac:spMkLst>
            <pc:docMk/>
            <pc:sldMk cId="3922088590" sldId="333"/>
            <ac:spMk id="29" creationId="{06A74C19-E208-2B52-9EB6-3E4A66240CF9}"/>
          </ac:spMkLst>
        </pc:spChg>
        <pc:spChg chg="add del mod">
          <ac:chgData name="Ajay Chowdary uppalapati" userId="4b769b58c93968d6" providerId="LiveId" clId="{F907CBFE-8F70-409A-A9C6-012062F3AC94}" dt="2025-11-11T10:58:39.674" v="231"/>
          <ac:spMkLst>
            <pc:docMk/>
            <pc:sldMk cId="3922088590" sldId="333"/>
            <ac:spMk id="30" creationId="{02C7D2E4-64D4-0A74-33F2-A5484042E981}"/>
          </ac:spMkLst>
        </pc:spChg>
        <pc:spChg chg="add del mod">
          <ac:chgData name="Ajay Chowdary uppalapati" userId="4b769b58c93968d6" providerId="LiveId" clId="{F907CBFE-8F70-409A-A9C6-012062F3AC94}" dt="2025-11-11T11:01:51.707" v="335" actId="478"/>
          <ac:spMkLst>
            <pc:docMk/>
            <pc:sldMk cId="3922088590" sldId="333"/>
            <ac:spMk id="32" creationId="{E5697222-9C96-8401-95B3-FEB315C3D76C}"/>
          </ac:spMkLst>
        </pc:spChg>
        <pc:spChg chg="add del mod">
          <ac:chgData name="Ajay Chowdary uppalapati" userId="4b769b58c93968d6" providerId="LiveId" clId="{F907CBFE-8F70-409A-A9C6-012062F3AC94}" dt="2025-11-11T11:04:49.407" v="346" actId="478"/>
          <ac:spMkLst>
            <pc:docMk/>
            <pc:sldMk cId="3922088590" sldId="333"/>
            <ac:spMk id="33" creationId="{512C6C6D-A1F8-E9A6-8538-557E06661BE3}"/>
          </ac:spMkLst>
        </pc:spChg>
        <pc:spChg chg="add del mod">
          <ac:chgData name="Ajay Chowdary uppalapati" userId="4b769b58c93968d6" providerId="LiveId" clId="{F907CBFE-8F70-409A-A9C6-012062F3AC94}" dt="2025-11-11T11:07:29.836" v="396" actId="478"/>
          <ac:spMkLst>
            <pc:docMk/>
            <pc:sldMk cId="3922088590" sldId="333"/>
            <ac:spMk id="34" creationId="{72F90FF2-3C5A-4526-C29B-12B5FBF9E68F}"/>
          </ac:spMkLst>
        </pc:spChg>
        <pc:spChg chg="add del mod">
          <ac:chgData name="Ajay Chowdary uppalapati" userId="4b769b58c93968d6" providerId="LiveId" clId="{F907CBFE-8F70-409A-A9C6-012062F3AC94}" dt="2025-11-11T11:07:29.836" v="396" actId="478"/>
          <ac:spMkLst>
            <pc:docMk/>
            <pc:sldMk cId="3922088590" sldId="333"/>
            <ac:spMk id="35" creationId="{5A35CC36-F9E3-2581-7B96-7406B4D827B4}"/>
          </ac:spMkLst>
        </pc:spChg>
        <pc:spChg chg="add del mod">
          <ac:chgData name="Ajay Chowdary uppalapati" userId="4b769b58c93968d6" providerId="LiveId" clId="{F907CBFE-8F70-409A-A9C6-012062F3AC94}" dt="2025-11-11T11:07:51.570" v="400" actId="478"/>
          <ac:spMkLst>
            <pc:docMk/>
            <pc:sldMk cId="3922088590" sldId="333"/>
            <ac:spMk id="36" creationId="{EAFC211E-43A4-E987-05D6-41882083C727}"/>
          </ac:spMkLst>
        </pc:spChg>
        <pc:spChg chg="add mod">
          <ac:chgData name="Ajay Chowdary uppalapati" userId="4b769b58c93968d6" providerId="LiveId" clId="{F907CBFE-8F70-409A-A9C6-012062F3AC94}" dt="2025-11-11T11:07:39.175" v="398"/>
          <ac:spMkLst>
            <pc:docMk/>
            <pc:sldMk cId="3922088590" sldId="333"/>
            <ac:spMk id="37" creationId="{72F90FF2-3C5A-4526-C29B-12B5FBF9E68F}"/>
          </ac:spMkLst>
        </pc:spChg>
        <pc:spChg chg="add mod">
          <ac:chgData name="Ajay Chowdary uppalapati" userId="4b769b58c93968d6" providerId="LiveId" clId="{F907CBFE-8F70-409A-A9C6-012062F3AC94}" dt="2025-11-11T11:07:39.175" v="398"/>
          <ac:spMkLst>
            <pc:docMk/>
            <pc:sldMk cId="3922088590" sldId="333"/>
            <ac:spMk id="38" creationId="{5A35CC36-F9E3-2581-7B96-7406B4D827B4}"/>
          </ac:spMkLst>
        </pc:spChg>
        <pc:spChg chg="add del">
          <ac:chgData name="Ajay Chowdary uppalapati" userId="4b769b58c93968d6" providerId="LiveId" clId="{F907CBFE-8F70-409A-A9C6-012062F3AC94}" dt="2025-11-11T11:07:51.570" v="400" actId="478"/>
          <ac:spMkLst>
            <pc:docMk/>
            <pc:sldMk cId="3922088590" sldId="333"/>
            <ac:spMk id="39" creationId="{DD2CF26B-6B08-FBA0-2A53-76E5B5B2CFBE}"/>
          </ac:spMkLst>
        </pc:spChg>
        <pc:spChg chg="add del mod">
          <ac:chgData name="Ajay Chowdary uppalapati" userId="4b769b58c93968d6" providerId="LiveId" clId="{F907CBFE-8F70-409A-A9C6-012062F3AC94}" dt="2025-11-11T11:08:26.691" v="407"/>
          <ac:spMkLst>
            <pc:docMk/>
            <pc:sldMk cId="3922088590" sldId="333"/>
            <ac:spMk id="40" creationId="{54D0DD7B-9A04-5BD7-5D54-D65546DE9282}"/>
          </ac:spMkLst>
        </pc:spChg>
        <pc:spChg chg="add mod">
          <ac:chgData name="Ajay Chowdary uppalapati" userId="4b769b58c93968d6" providerId="LiveId" clId="{F907CBFE-8F70-409A-A9C6-012062F3AC94}" dt="2025-11-11T11:13:30.387" v="442" actId="1076"/>
          <ac:spMkLst>
            <pc:docMk/>
            <pc:sldMk cId="3922088590" sldId="333"/>
            <ac:spMk id="41" creationId="{F4191350-4B3B-FD3D-5FDF-FE025664C9A1}"/>
          </ac:spMkLst>
        </pc:spChg>
        <pc:picChg chg="add del mod">
          <ac:chgData name="Ajay Chowdary uppalapati" userId="4b769b58c93968d6" providerId="LiveId" clId="{F907CBFE-8F70-409A-A9C6-012062F3AC94}" dt="2025-11-11T10:50:14.906" v="145" actId="478"/>
          <ac:picMkLst>
            <pc:docMk/>
            <pc:sldMk cId="3922088590" sldId="333"/>
            <ac:picMk id="6" creationId="{56A4F8EE-5683-60CC-D351-40EB25BEF525}"/>
          </ac:picMkLst>
        </pc:picChg>
        <pc:picChg chg="add del mod">
          <ac:chgData name="Ajay Chowdary uppalapati" userId="4b769b58c93968d6" providerId="LiveId" clId="{F907CBFE-8F70-409A-A9C6-012062F3AC94}" dt="2025-11-11T10:50:42.829" v="157" actId="478"/>
          <ac:picMkLst>
            <pc:docMk/>
            <pc:sldMk cId="3922088590" sldId="333"/>
            <ac:picMk id="10" creationId="{FCE00AEC-C267-B60F-CC74-562ED8163093}"/>
          </ac:picMkLst>
        </pc:picChg>
        <pc:picChg chg="add del mod">
          <ac:chgData name="Ajay Chowdary uppalapati" userId="4b769b58c93968d6" providerId="LiveId" clId="{F907CBFE-8F70-409A-A9C6-012062F3AC94}" dt="2025-11-11T10:50:42.829" v="157" actId="478"/>
          <ac:picMkLst>
            <pc:docMk/>
            <pc:sldMk cId="3922088590" sldId="333"/>
            <ac:picMk id="12" creationId="{E7462A79-7599-9027-C7CC-F967D261C706}"/>
          </ac:picMkLst>
        </pc:picChg>
        <pc:picChg chg="add del mod">
          <ac:chgData name="Ajay Chowdary uppalapati" userId="4b769b58c93968d6" providerId="LiveId" clId="{F907CBFE-8F70-409A-A9C6-012062F3AC94}" dt="2025-11-11T10:50:42.829" v="157" actId="478"/>
          <ac:picMkLst>
            <pc:docMk/>
            <pc:sldMk cId="3922088590" sldId="333"/>
            <ac:picMk id="14" creationId="{39AD92A7-17FA-F10A-F6F4-05184FF8722F}"/>
          </ac:picMkLst>
        </pc:picChg>
        <pc:picChg chg="add del mod">
          <ac:chgData name="Ajay Chowdary uppalapati" userId="4b769b58c93968d6" providerId="LiveId" clId="{F907CBFE-8F70-409A-A9C6-012062F3AC94}" dt="2025-11-11T10:50:42.829" v="157" actId="478"/>
          <ac:picMkLst>
            <pc:docMk/>
            <pc:sldMk cId="3922088590" sldId="333"/>
            <ac:picMk id="16" creationId="{3765F343-8944-4C18-B746-84D438DCF985}"/>
          </ac:picMkLst>
        </pc:picChg>
        <pc:picChg chg="add del mod">
          <ac:chgData name="Ajay Chowdary uppalapati" userId="4b769b58c93968d6" providerId="LiveId" clId="{F907CBFE-8F70-409A-A9C6-012062F3AC94}" dt="2025-11-11T10:52:01.940" v="170" actId="21"/>
          <ac:picMkLst>
            <pc:docMk/>
            <pc:sldMk cId="3922088590" sldId="333"/>
            <ac:picMk id="20" creationId="{2E42E5D5-AAF5-BFC3-465F-74FD1739E2D4}"/>
          </ac:picMkLst>
        </pc:picChg>
        <pc:picChg chg="add del mod">
          <ac:chgData name="Ajay Chowdary uppalapati" userId="4b769b58c93968d6" providerId="LiveId" clId="{F907CBFE-8F70-409A-A9C6-012062F3AC94}" dt="2025-11-11T11:01:38.153" v="331" actId="478"/>
          <ac:picMkLst>
            <pc:docMk/>
            <pc:sldMk cId="3922088590" sldId="333"/>
            <ac:picMk id="24" creationId="{9CE66A1F-DB5B-FEB8-CB7B-1A22B119006E}"/>
          </ac:picMkLst>
        </pc:picChg>
        <pc:picChg chg="add del mod">
          <ac:chgData name="Ajay Chowdary uppalapati" userId="4b769b58c93968d6" providerId="LiveId" clId="{F907CBFE-8F70-409A-A9C6-012062F3AC94}" dt="2025-11-11T11:01:38.663" v="332" actId="478"/>
          <ac:picMkLst>
            <pc:docMk/>
            <pc:sldMk cId="3922088590" sldId="333"/>
            <ac:picMk id="26" creationId="{E713A977-1F7F-9410-B426-ADC9BEF0175F}"/>
          </ac:picMkLst>
        </pc:picChg>
        <pc:picChg chg="add mod">
          <ac:chgData name="Ajay Chowdary uppalapati" userId="4b769b58c93968d6" providerId="LiveId" clId="{F907CBFE-8F70-409A-A9C6-012062F3AC94}" dt="2025-11-11T11:13:23.468" v="441" actId="1076"/>
          <ac:picMkLst>
            <pc:docMk/>
            <pc:sldMk cId="3922088590" sldId="333"/>
            <ac:picMk id="28" creationId="{1E7BE2DA-0C43-CF6E-63C0-7C076B047F1E}"/>
          </ac:picMkLst>
        </pc:picChg>
      </pc:sldChg>
      <pc:sldChg chg="addSp delSp modSp add mod">
        <pc:chgData name="Ajay Chowdary uppalapati" userId="4b769b58c93968d6" providerId="LiveId" clId="{F907CBFE-8F70-409A-A9C6-012062F3AC94}" dt="2025-11-11T11:13:00.294" v="437" actId="1076"/>
        <pc:sldMkLst>
          <pc:docMk/>
          <pc:sldMk cId="972582508" sldId="334"/>
        </pc:sldMkLst>
        <pc:spChg chg="add del mod">
          <ac:chgData name="Ajay Chowdary uppalapati" userId="4b769b58c93968d6" providerId="LiveId" clId="{F907CBFE-8F70-409A-A9C6-012062F3AC94}" dt="2025-11-11T11:00:26.669" v="258"/>
          <ac:spMkLst>
            <pc:docMk/>
            <pc:sldMk cId="972582508" sldId="334"/>
            <ac:spMk id="3" creationId="{8CEF3CE6-D841-51C3-4059-B34E6A06E3B7}"/>
          </ac:spMkLst>
        </pc:spChg>
        <pc:spChg chg="add del mod">
          <ac:chgData name="Ajay Chowdary uppalapati" userId="4b769b58c93968d6" providerId="LiveId" clId="{F907CBFE-8F70-409A-A9C6-012062F3AC94}" dt="2025-11-11T11:00:33.118" v="261"/>
          <ac:spMkLst>
            <pc:docMk/>
            <pc:sldMk cId="972582508" sldId="334"/>
            <ac:spMk id="5" creationId="{996655BC-FA96-DED7-2A4E-B991E1D20711}"/>
          </ac:spMkLst>
        </pc:spChg>
        <pc:spChg chg="add mod">
          <ac:chgData name="Ajay Chowdary uppalapati" userId="4b769b58c93968d6" providerId="LiveId" clId="{F907CBFE-8F70-409A-A9C6-012062F3AC94}" dt="2025-11-11T11:12:49.837" v="436" actId="20577"/>
          <ac:spMkLst>
            <pc:docMk/>
            <pc:sldMk cId="972582508" sldId="334"/>
            <ac:spMk id="6" creationId="{9E469DB7-D97F-A620-98BE-3334E5BF4D1B}"/>
          </ac:spMkLst>
        </pc:spChg>
        <pc:spChg chg="add mod">
          <ac:chgData name="Ajay Chowdary uppalapati" userId="4b769b58c93968d6" providerId="LiveId" clId="{F907CBFE-8F70-409A-A9C6-012062F3AC94}" dt="2025-11-11T11:12:31.721" v="428" actId="14100"/>
          <ac:spMkLst>
            <pc:docMk/>
            <pc:sldMk cId="972582508" sldId="334"/>
            <ac:spMk id="7" creationId="{2B7E0153-3489-CDC6-4B41-CD72CE7D7DF4}"/>
          </ac:spMkLst>
        </pc:spChg>
        <pc:picChg chg="mod">
          <ac:chgData name="Ajay Chowdary uppalapati" userId="4b769b58c93968d6" providerId="LiveId" clId="{F907CBFE-8F70-409A-A9C6-012062F3AC94}" dt="2025-11-11T11:09:43.155" v="416" actId="1076"/>
          <ac:picMkLst>
            <pc:docMk/>
            <pc:sldMk cId="972582508" sldId="334"/>
            <ac:picMk id="24" creationId="{226BDF13-9AB0-5CFA-17C7-D3F79905A85B}"/>
          </ac:picMkLst>
        </pc:picChg>
        <pc:picChg chg="mod">
          <ac:chgData name="Ajay Chowdary uppalapati" userId="4b769b58c93968d6" providerId="LiveId" clId="{F907CBFE-8F70-409A-A9C6-012062F3AC94}" dt="2025-11-11T11:13:00.294" v="437" actId="1076"/>
          <ac:picMkLst>
            <pc:docMk/>
            <pc:sldMk cId="972582508" sldId="334"/>
            <ac:picMk id="26" creationId="{B98AE19A-B6C1-6056-D5A0-52696D80A4AA}"/>
          </ac:picMkLst>
        </pc:picChg>
        <pc:picChg chg="del">
          <ac:chgData name="Ajay Chowdary uppalapati" userId="4b769b58c93968d6" providerId="LiveId" clId="{F907CBFE-8F70-409A-A9C6-012062F3AC94}" dt="2025-11-11T10:59:25.286" v="233" actId="478"/>
          <ac:picMkLst>
            <pc:docMk/>
            <pc:sldMk cId="972582508" sldId="334"/>
            <ac:picMk id="28" creationId="{4463E19E-6402-C068-5FEE-D14F1CC410DF}"/>
          </ac:picMkLst>
        </pc:picChg>
      </pc:sldChg>
      <pc:sldChg chg="new del">
        <pc:chgData name="Ajay Chowdary uppalapati" userId="4b769b58c93968d6" providerId="LiveId" clId="{F907CBFE-8F70-409A-A9C6-012062F3AC94}" dt="2025-11-11T11:19:28.369" v="443" actId="2696"/>
        <pc:sldMkLst>
          <pc:docMk/>
          <pc:sldMk cId="1179672410" sldId="335"/>
        </pc:sldMkLst>
      </pc:sldChg>
      <pc:sldChg chg="addSp delSp modSp add mod">
        <pc:chgData name="Ajay Chowdary uppalapati" userId="4b769b58c93968d6" providerId="LiveId" clId="{F907CBFE-8F70-409A-A9C6-012062F3AC94}" dt="2025-11-11T11:36:23.296" v="646" actId="1076"/>
        <pc:sldMkLst>
          <pc:docMk/>
          <pc:sldMk cId="1854982242" sldId="335"/>
        </pc:sldMkLst>
        <pc:spChg chg="mod">
          <ac:chgData name="Ajay Chowdary uppalapati" userId="4b769b58c93968d6" providerId="LiveId" clId="{F907CBFE-8F70-409A-A9C6-012062F3AC94}" dt="2025-11-11T11:29:18.136" v="507" actId="14100"/>
          <ac:spMkLst>
            <pc:docMk/>
            <pc:sldMk cId="1854982242" sldId="335"/>
            <ac:spMk id="2" creationId="{4A12F568-1CE8-98F5-D689-B9D76A809115}"/>
          </ac:spMkLst>
        </pc:spChg>
        <pc:spChg chg="add mod">
          <ac:chgData name="Ajay Chowdary uppalapati" userId="4b769b58c93968d6" providerId="LiveId" clId="{F907CBFE-8F70-409A-A9C6-012062F3AC94}" dt="2025-11-11T11:34:16.812" v="636" actId="1076"/>
          <ac:spMkLst>
            <pc:docMk/>
            <pc:sldMk cId="1854982242" sldId="335"/>
            <ac:spMk id="9" creationId="{F6D60C3F-1087-D4EA-A9A6-075C38E9D402}"/>
          </ac:spMkLst>
        </pc:spChg>
        <pc:spChg chg="add del mod">
          <ac:chgData name="Ajay Chowdary uppalapati" userId="4b769b58c93968d6" providerId="LiveId" clId="{F907CBFE-8F70-409A-A9C6-012062F3AC94}" dt="2025-11-11T11:32:25.810" v="597"/>
          <ac:spMkLst>
            <pc:docMk/>
            <pc:sldMk cId="1854982242" sldId="335"/>
            <ac:spMk id="10" creationId="{739A5183-1078-91E0-AC04-AAC9528437AA}"/>
          </ac:spMkLst>
        </pc:spChg>
        <pc:spChg chg="add mod">
          <ac:chgData name="Ajay Chowdary uppalapati" userId="4b769b58c93968d6" providerId="LiveId" clId="{F907CBFE-8F70-409A-A9C6-012062F3AC94}" dt="2025-11-11T11:36:23.296" v="646" actId="1076"/>
          <ac:spMkLst>
            <pc:docMk/>
            <pc:sldMk cId="1854982242" sldId="335"/>
            <ac:spMk id="11" creationId="{3D9BE2E2-E5F9-28C1-F194-F72EFF52E2EA}"/>
          </ac:spMkLst>
        </pc:spChg>
        <pc:spChg chg="del">
          <ac:chgData name="Ajay Chowdary uppalapati" userId="4b769b58c93968d6" providerId="LiveId" clId="{F907CBFE-8F70-409A-A9C6-012062F3AC94}" dt="2025-11-11T11:28:15.347" v="490" actId="478"/>
          <ac:spMkLst>
            <pc:docMk/>
            <pc:sldMk cId="1854982242" sldId="335"/>
            <ac:spMk id="41" creationId="{B888EE6C-D711-B54E-A50E-CC2F4C826AA5}"/>
          </ac:spMkLst>
        </pc:spChg>
        <pc:graphicFrameChg chg="add del mod">
          <ac:chgData name="Ajay Chowdary uppalapati" userId="4b769b58c93968d6" providerId="LiveId" clId="{F907CBFE-8F70-409A-A9C6-012062F3AC94}" dt="2025-11-11T11:28:11.261" v="489" actId="478"/>
          <ac:graphicFrameMkLst>
            <pc:docMk/>
            <pc:sldMk cId="1854982242" sldId="335"/>
            <ac:graphicFrameMk id="3" creationId="{2FFE61F9-F67F-FCFC-B1F7-7402662EFC56}"/>
          </ac:graphicFrameMkLst>
        </pc:graphicFrameChg>
        <pc:picChg chg="add mod modCrop">
          <ac:chgData name="Ajay Chowdary uppalapati" userId="4b769b58c93968d6" providerId="LiveId" clId="{F907CBFE-8F70-409A-A9C6-012062F3AC94}" dt="2025-11-11T11:34:13.449" v="635" actId="1076"/>
          <ac:picMkLst>
            <pc:docMk/>
            <pc:sldMk cId="1854982242" sldId="335"/>
            <ac:picMk id="6" creationId="{6A7DF689-8776-EA7E-5357-8F67ED2F502F}"/>
          </ac:picMkLst>
        </pc:picChg>
        <pc:picChg chg="add mod">
          <ac:chgData name="Ajay Chowdary uppalapati" userId="4b769b58c93968d6" providerId="LiveId" clId="{F907CBFE-8F70-409A-A9C6-012062F3AC94}" dt="2025-11-11T11:34:32.785" v="640" actId="1076"/>
          <ac:picMkLst>
            <pc:docMk/>
            <pc:sldMk cId="1854982242" sldId="335"/>
            <ac:picMk id="8" creationId="{599CE5DA-BC91-63D2-E430-584F00051395}"/>
          </ac:picMkLst>
        </pc:picChg>
        <pc:picChg chg="add mod">
          <ac:chgData name="Ajay Chowdary uppalapati" userId="4b769b58c93968d6" providerId="LiveId" clId="{F907CBFE-8F70-409A-A9C6-012062F3AC94}" dt="2025-11-11T11:34:18.415" v="637" actId="1076"/>
          <ac:picMkLst>
            <pc:docMk/>
            <pc:sldMk cId="1854982242" sldId="335"/>
            <ac:picMk id="13" creationId="{1E0AF75E-3753-DA2F-255C-6A34D4E110C3}"/>
          </ac:picMkLst>
        </pc:picChg>
        <pc:picChg chg="del">
          <ac:chgData name="Ajay Chowdary uppalapati" userId="4b769b58c93968d6" providerId="LiveId" clId="{F907CBFE-8F70-409A-A9C6-012062F3AC94}" dt="2025-11-11T11:28:03.468" v="487" actId="478"/>
          <ac:picMkLst>
            <pc:docMk/>
            <pc:sldMk cId="1854982242" sldId="335"/>
            <ac:picMk id="28" creationId="{DA117B01-426E-50F9-243F-AE955C08AEF0}"/>
          </ac:picMkLst>
        </pc:picChg>
      </pc:sldChg>
      <pc:sldChg chg="addSp delSp modSp new mod">
        <pc:chgData name="Ajay Chowdary uppalapati" userId="4b769b58c93968d6" providerId="LiveId" clId="{F907CBFE-8F70-409A-A9C6-012062F3AC94}" dt="2025-11-11T13:52:19.186" v="773" actId="1076"/>
        <pc:sldMkLst>
          <pc:docMk/>
          <pc:sldMk cId="573047463" sldId="336"/>
        </pc:sldMkLst>
        <pc:spChg chg="add del mod">
          <ac:chgData name="Ajay Chowdary uppalapati" userId="4b769b58c93968d6" providerId="LiveId" clId="{F907CBFE-8F70-409A-A9C6-012062F3AC94}" dt="2025-11-11T13:15:46.620" v="692" actId="1076"/>
          <ac:spMkLst>
            <pc:docMk/>
            <pc:sldMk cId="573047463" sldId="336"/>
            <ac:spMk id="2" creationId="{041AE94C-017C-BEFE-CC29-FE5CCC52CEC8}"/>
          </ac:spMkLst>
        </pc:spChg>
        <pc:spChg chg="del mod">
          <ac:chgData name="Ajay Chowdary uppalapati" userId="4b769b58c93968d6" providerId="LiveId" clId="{F907CBFE-8F70-409A-A9C6-012062F3AC94}" dt="2025-11-11T13:26:03.626" v="693" actId="931"/>
          <ac:spMkLst>
            <pc:docMk/>
            <pc:sldMk cId="573047463" sldId="336"/>
            <ac:spMk id="3" creationId="{F35E2901-9EF3-949C-F92A-9DDE9B7A2E6E}"/>
          </ac:spMkLst>
        </pc:spChg>
        <pc:spChg chg="add mod">
          <ac:chgData name="Ajay Chowdary uppalapati" userId="4b769b58c93968d6" providerId="LiveId" clId="{F907CBFE-8F70-409A-A9C6-012062F3AC94}" dt="2025-11-11T13:13:48.871" v="649"/>
          <ac:spMkLst>
            <pc:docMk/>
            <pc:sldMk cId="573047463" sldId="336"/>
            <ac:spMk id="4" creationId="{0574FD34-D5A4-D160-F71C-3A04C9DCC81E}"/>
          </ac:spMkLst>
        </pc:spChg>
        <pc:spChg chg="add mod">
          <ac:chgData name="Ajay Chowdary uppalapati" userId="4b769b58c93968d6" providerId="LiveId" clId="{F907CBFE-8F70-409A-A9C6-012062F3AC94}" dt="2025-11-11T13:13:51.260" v="650"/>
          <ac:spMkLst>
            <pc:docMk/>
            <pc:sldMk cId="573047463" sldId="336"/>
            <ac:spMk id="5" creationId="{5CB9D025-A082-2972-E20E-8B7648A4EBBD}"/>
          </ac:spMkLst>
        </pc:spChg>
        <pc:spChg chg="add del mod">
          <ac:chgData name="Ajay Chowdary uppalapati" userId="4b769b58c93968d6" providerId="LiveId" clId="{F907CBFE-8F70-409A-A9C6-012062F3AC94}" dt="2025-11-11T13:51:44.852" v="765" actId="931"/>
          <ac:spMkLst>
            <pc:docMk/>
            <pc:sldMk cId="573047463" sldId="336"/>
            <ac:spMk id="9" creationId="{BA859FB1-23E6-6567-4B34-A61D286D81C3}"/>
          </ac:spMkLst>
        </pc:spChg>
        <pc:spChg chg="add">
          <ac:chgData name="Ajay Chowdary uppalapati" userId="4b769b58c93968d6" providerId="LiveId" clId="{F907CBFE-8F70-409A-A9C6-012062F3AC94}" dt="2025-11-11T13:51:37.370" v="764"/>
          <ac:spMkLst>
            <pc:docMk/>
            <pc:sldMk cId="573047463" sldId="336"/>
            <ac:spMk id="10" creationId="{FC665248-441A-5D6B-7086-F56F6F90ADEC}"/>
          </ac:spMkLst>
        </pc:spChg>
        <pc:picChg chg="add del mod">
          <ac:chgData name="Ajay Chowdary uppalapati" userId="4b769b58c93968d6" providerId="LiveId" clId="{F907CBFE-8F70-409A-A9C6-012062F3AC94}" dt="2025-11-11T13:51:35.121" v="763" actId="478"/>
          <ac:picMkLst>
            <pc:docMk/>
            <pc:sldMk cId="573047463" sldId="336"/>
            <ac:picMk id="7" creationId="{72C28347-DE2F-907C-8011-FBE6AED0B1EE}"/>
          </ac:picMkLst>
        </pc:picChg>
        <pc:picChg chg="add mod modCrop">
          <ac:chgData name="Ajay Chowdary uppalapati" userId="4b769b58c93968d6" providerId="LiveId" clId="{F907CBFE-8F70-409A-A9C6-012062F3AC94}" dt="2025-11-11T13:52:19.186" v="773" actId="1076"/>
          <ac:picMkLst>
            <pc:docMk/>
            <pc:sldMk cId="573047463" sldId="336"/>
            <ac:picMk id="12" creationId="{2017D81F-3B96-94F6-B845-FE1572520458}"/>
          </ac:picMkLst>
        </pc:picChg>
      </pc:sldChg>
      <pc:sldChg chg="addSp delSp modSp add mod">
        <pc:chgData name="Ajay Chowdary uppalapati" userId="4b769b58c93968d6" providerId="LiveId" clId="{F907CBFE-8F70-409A-A9C6-012062F3AC94}" dt="2025-11-11T13:51:14.296" v="762" actId="14100"/>
        <pc:sldMkLst>
          <pc:docMk/>
          <pc:sldMk cId="2854593320" sldId="337"/>
        </pc:sldMkLst>
        <pc:spChg chg="mod">
          <ac:chgData name="Ajay Chowdary uppalapati" userId="4b769b58c93968d6" providerId="LiveId" clId="{F907CBFE-8F70-409A-A9C6-012062F3AC94}" dt="2025-11-11T13:51:14.296" v="762" actId="14100"/>
          <ac:spMkLst>
            <pc:docMk/>
            <pc:sldMk cId="2854593320" sldId="337"/>
            <ac:spMk id="2" creationId="{3C74EF8A-C6C0-D8CB-6FEE-B5A769250209}"/>
          </ac:spMkLst>
        </pc:spChg>
        <pc:spChg chg="add del mod">
          <ac:chgData name="Ajay Chowdary uppalapati" userId="4b769b58c93968d6" providerId="LiveId" clId="{F907CBFE-8F70-409A-A9C6-012062F3AC94}" dt="2025-11-11T13:31:22.010" v="740"/>
          <ac:spMkLst>
            <pc:docMk/>
            <pc:sldMk cId="2854593320" sldId="337"/>
            <ac:spMk id="4" creationId="{5A33B619-8211-AD06-2CCB-10544E568C96}"/>
          </ac:spMkLst>
        </pc:spChg>
        <pc:picChg chg="del">
          <ac:chgData name="Ajay Chowdary uppalapati" userId="4b769b58c93968d6" providerId="LiveId" clId="{F907CBFE-8F70-409A-A9C6-012062F3AC94}" dt="2025-11-11T13:27:25.070" v="705" actId="478"/>
          <ac:picMkLst>
            <pc:docMk/>
            <pc:sldMk cId="2854593320" sldId="337"/>
            <ac:picMk id="7" creationId="{050D1F25-D978-3DAD-DD8E-070C3312573B}"/>
          </ac:picMkLst>
        </pc:picChg>
        <pc:picChg chg="add mod">
          <ac:chgData name="Ajay Chowdary uppalapati" userId="4b769b58c93968d6" providerId="LiveId" clId="{F907CBFE-8F70-409A-A9C6-012062F3AC94}" dt="2025-11-11T13:31:48.053" v="745" actId="1076"/>
          <ac:picMkLst>
            <pc:docMk/>
            <pc:sldMk cId="2854593320" sldId="337"/>
            <ac:picMk id="1026" creationId="{297B34DD-37AB-E741-4840-8867E9DDF36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00.1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24575,'0'1'0,"0"0"0,1 0 0,-1 1 0,1-1 0,-1 0 0,1 0 0,0-1 0,-1 1 0,1 0 0,0 0 0,0 0 0,-1 0 0,1-1 0,0 1 0,0 0 0,0-1 0,0 1 0,0 0 0,0-1 0,0 1 0,0-1 0,0 0 0,1 1 0,-1-1 0,1 0 0,38 9 0,-24-6 0,21 6 0,0-2 0,0-2 0,45 1 0,116-7 0,-70-2 0,113 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10.5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0 115 24575,'0'-5'0,"5"-1"0,10-4 0,7-1 0,5 2 0,-2-3 0,-1 2 0,0 1 0,0 3 0,2 3 0,0-4 0,0 1 0,-4-5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32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385 531 24575,'0'1'0,"0"-1"0,0 1 0,0 0 0,-1-1 0,1 1 0,0-1 0,0 1 0,0-1 0,-1 1 0,1-1 0,0 1 0,-1-1 0,1 1 0,0-1 0,-1 1 0,1-1 0,0 1 0,-1-1 0,1 0 0,-1 1 0,1-1 0,-1 0 0,1 1 0,-1-1 0,1 0 0,-1 0 0,1 1 0,-1-1 0,0 0 0,1 0 0,-1 0 0,1 0 0,-1 0 0,1 0 0,-1 0 0,0 0 0,1 0 0,-1 0 0,1 0 0,-1 0 0,0 0 0,1-1 0,-1 1 0,1 0 0,-1 0 0,1-1 0,-1 1 0,1 0 0,-1-1 0,1 1 0,-1-1 0,-29-16 0,5-6 0,1-1 0,0-1 0,2-2 0,-33-51 0,-25-30 0,61 87 0,6 6 0,0 0 0,1 0 0,-16-29 0,25 40 0,1-1 0,0 0 0,0 0 0,0 0 0,1 0 0,-1 0 0,1 0 0,1 0 0,-1 0 0,1 0 0,0 0 0,0-1 0,0 1 0,0 0 0,1 0 0,0 0 0,0 0 0,4-9 0,-5 12 3,1 1-1,-1 0 1,1 0 0,-1 0-1,1 0 1,-1-1-1,1 1 1,0 0 0,-1 0-1,1 0 1,0 0-1,0 0 1,0 0 0,0 1-1,0-1 1,0 0-1,0 0 1,0 1 0,0-1-1,0 0 1,0 1-1,1-1 1,-1 1-1,0 0 1,0-1 0,0 1-1,1 0 1,-1 0-1,0 0 1,1 0 0,-1 0-1,0 0 1,0 0-1,1 0 1,-1 0 0,0 1-1,0-1 1,1 0-1,-1 1 1,0-1 0,0 1-1,0-1 1,0 1-1,0 0 1,1 0 0,4 3-216,0 1 1,-1-1 0,1 1 0,-1 0 0,-1 0 0,8 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30:15.1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3 176 24575,'-1'-36'0,"0"-34"0,1 66 0,0 0 0,1 0 0,0-1 0,-1 1 0,1 0 0,1 0 0,-1 0 0,1 1 0,-1-1 0,1 0 0,0 0 0,4-5 0,-5 8 0,1 0 0,-1 0 0,0 0 0,0 0 0,1 0 0,-1 0 0,1 0 0,-1 1 0,1-1 0,-1 0 0,1 1 0,-1-1 0,1 1 0,-1-1 0,1 1 0,0 0 0,-1 0 0,1 0 0,0 0 0,-1 0 0,3 0 0,0 1 0,0 0 0,1 0 0,-1 1 0,0-1 0,0 1 0,0 0 0,7 5 0,1 1 0,-1 1 0,0 0 0,-1 0 0,11 14 0,-9-7 0,0 1 0,-2 1 0,0 0 0,0 0 0,10 32 0,-11-26 0,1-1 0,27 45 0,-27-53 0,-1 0 0,0 0 0,-1 2 0,-1-1 0,0 1 0,-1-1 0,4 21 0,-6-23 0,0 0 0,1-1 0,1 1 0,1-1 0,0 0 0,0-1 0,14 18 0,-16-30 0,-3-12 0,-7-25 0,4 23 0,0 13 0,1-1 0,0 1 0,-1-1 0,1 0 0,0 1 0,0-1 0,0 0 0,0 1 0,0-1 0,1 1 0,-1-1 0,0 0 0,1 1 0,-1-1 0,1 1 0,0-1 0,-1 1 0,1-1 0,0 1 0,0-1 0,0 1 0,0 0 0,0 0 0,0-1 0,0 1 0,1 0 0,-1 0 0,0 0 0,1 0 0,-1 0 0,0 1 0,1-1 0,2-1 0,-1 2 0,0 0 0,-1 1 0,1-1 0,0 1 0,0-1 0,-1 1 0,1 0 0,-1 0 0,1 0 0,0 0 0,-1 0 0,0 1 0,1-1 0,-1 1 0,0 0 0,0-1 0,0 1 0,0 0 0,3 4 0,7 9 0,-1 0 0,-1 0 0,0 1 0,10 24 0,18 28 0,-32-59-195,2 0 0,-1-1 0,1 1 0,0-2 0,1 1 0,17 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30:18.9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24575,'4'0'0,"3"5"0,3 1 0,6 0 0,-1 3 0,2 0 0,3 8 0,2 1 0,-2 2 0,-5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00.1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24575,'0'1'0,"0"0"0,1 0 0,-1 1 0,1-1 0,-1 0 0,1 0 0,0-1 0,-1 1 0,1 0 0,0 0 0,0 0 0,-1 0 0,1-1 0,0 1 0,0 0 0,0-1 0,0 1 0,0 0 0,0-1 0,0 1 0,0-1 0,0 0 0,1 1 0,-1-1 0,1 0 0,38 9 0,-24-6 0,21 6 0,0-2 0,0-2 0,45 1 0,116-7 0,-70-2 0,113 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10.5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0 115 24575,'0'-5'0,"5"-1"0,10-4 0,7-1 0,5 2 0,-2-3 0,-1 2 0,0 1 0,0 3 0,2 3 0,0-4 0,0 1 0,-4-5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29:32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385 531 24575,'0'1'0,"0"-1"0,0 1 0,0 0 0,-1-1 0,1 1 0,0-1 0,0 1 0,0-1 0,-1 1 0,1-1 0,0 1 0,-1-1 0,1 1 0,0-1 0,-1 1 0,1-1 0,0 1 0,-1-1 0,1 0 0,-1 1 0,1-1 0,-1 0 0,1 1 0,-1-1 0,1 0 0,-1 0 0,1 1 0,-1-1 0,0 0 0,1 0 0,-1 0 0,1 0 0,-1 0 0,1 0 0,-1 0 0,0 0 0,1 0 0,-1 0 0,1 0 0,-1 0 0,0 0 0,1-1 0,-1 1 0,1 0 0,-1 0 0,1-1 0,-1 1 0,1 0 0,-1-1 0,1 1 0,-1-1 0,-29-16 0,5-6 0,1-1 0,0-1 0,2-2 0,-33-51 0,-25-30 0,61 87 0,6 6 0,0 0 0,1 0 0,-16-29 0,25 40 0,1-1 0,0 0 0,0 0 0,0 0 0,1 0 0,-1 0 0,1 0 0,1 0 0,-1 0 0,1 0 0,0 0 0,0-1 0,0 1 0,0 0 0,1 0 0,0 0 0,0 0 0,4-9 0,-5 12 3,1 1-1,-1 0 1,1 0 0,-1 0-1,1 0 1,-1-1-1,1 1 1,0 0 0,-1 0-1,1 0 1,0 0-1,0 0 1,0 0 0,0 1-1,0-1 1,0 0-1,0 0 1,0 1 0,0-1-1,0 0 1,0 1-1,1-1 1,-1 1-1,0 0 1,0-1 0,0 1-1,1 0 1,-1 0-1,0 0 1,1 0 0,-1 0-1,0 0 1,0 0-1,1 0 1,-1 0 0,0 1-1,0-1 1,1 0-1,-1 1 1,0-1 0,0 1-1,0-1 1,0 1-1,0 0 1,1 0 0,4 3-216,0 1 1,-1-1 0,1 1 0,-1 0 0,-1 0 0,8 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30:15.1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3 176 24575,'-1'-36'0,"0"-34"0,1 66 0,0 0 0,1 0 0,0-1 0,-1 1 0,1 0 0,1 0 0,-1 0 0,1 1 0,-1-1 0,1 0 0,0 0 0,4-5 0,-5 8 0,1 0 0,-1 0 0,0 0 0,0 0 0,1 0 0,-1 0 0,1 0 0,-1 1 0,1-1 0,-1 0 0,1 1 0,-1-1 0,1 1 0,-1-1 0,1 1 0,0 0 0,-1 0 0,1 0 0,0 0 0,-1 0 0,3 0 0,0 1 0,0 0 0,1 0 0,-1 1 0,0-1 0,0 1 0,0 0 0,7 5 0,1 1 0,-1 1 0,0 0 0,-1 0 0,11 14 0,-9-7 0,0 1 0,-2 1 0,0 0 0,0 0 0,10 32 0,-11-26 0,1-1 0,27 45 0,-27-53 0,-1 0 0,0 0 0,-1 2 0,-1-1 0,0 1 0,-1-1 0,4 21 0,-6-23 0,0 0 0,1-1 0,1 1 0,1-1 0,0 0 0,0-1 0,14 18 0,-16-30 0,-3-12 0,-7-25 0,4 23 0,0 13 0,1-1 0,0 1 0,-1-1 0,1 0 0,0 1 0,0-1 0,0 0 0,0 1 0,0-1 0,1 1 0,-1-1 0,0 0 0,1 1 0,-1-1 0,1 1 0,0-1 0,-1 1 0,1-1 0,0 1 0,0-1 0,0 1 0,0 0 0,0 0 0,0-1 0,0 1 0,1 0 0,-1 0 0,0 0 0,1 0 0,-1 0 0,0 1 0,1-1 0,2-1 0,-1 2 0,0 0 0,-1 1 0,1-1 0,0 1 0,0-1 0,-1 1 0,1 0 0,-1 0 0,1 0 0,0 0 0,-1 0 0,0 1 0,1-1 0,-1 1 0,0 0 0,0-1 0,0 1 0,0 0 0,3 4 0,7 9 0,-1 0 0,-1 0 0,0 1 0,10 24 0,18 28 0,-32-59-195,2 0 0,-1-1 0,1 1 0,0-2 0,1 1 0,17 11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15:30:18.9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24575,'4'0'0,"3"5"0,3 1 0,6 0 0,-1 3 0,2 0 0,3 8 0,2 1 0,-2 2 0,-5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77F03-570A-4FD1-B3A3-3F7F9205268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EA978-ADE7-4700-96D1-B7343DA6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4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6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7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96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85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7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EA978-ADE7-4700-96D1-B7343DA6F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F19-3265-8437-0548-C794B8B19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35A81-1EDB-EC16-38D3-D261F870A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FF621-886A-6E0B-ED04-5F4DB40F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60D48-611F-B0B2-DAEF-7C080C45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012E-BEEA-D6F5-C19F-392659E7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0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BEB6-7DAB-DA1A-375C-9431127B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F4B0-9638-CBF7-9E51-906FE53B3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D47D-8589-A47F-E41C-7BF89482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F0F1-D341-0E87-DCCC-33F466F1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D93E-84C6-9F08-B60E-5F8AAFB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28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9FFC-3ED9-3FED-7E14-A870AA49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26F8-6A66-1A98-4811-C89A081F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1DCCB-B496-1439-F98E-7167A220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7151E-6B99-8392-06B8-40D62BD3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E637A-C2D4-89F9-4DEC-CEB3F517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2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BEBC-79F6-5667-7B1C-EF84526F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A7D5D-09D7-4CC8-BC92-578BD94F5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AA550-0008-BC65-8756-43D217907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69AED-6686-9720-AC2C-1C2BB190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243F2-0225-9B37-3148-38AFF25B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CA15B-3C91-1515-255F-52782FA1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2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CDE5-CB13-3D5C-CBE1-A8AF5F2B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1740C-55C8-ED34-354E-40E6EB30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18E15-9AB0-B1D9-2FF3-7C1C4B89B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390EA-C66A-62D2-274D-F10D47F5A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3506F-1C72-EE24-23B8-46063B96C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FF913E-7D96-8786-AFC1-3353E4A5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42ADA-16B3-14B1-BB8C-7EF8EAAF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0D8B5-AC4D-9239-5E86-3F3B9EE5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E758-60D7-7785-DA7D-916E0C88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33AD4-5992-982F-43AA-3FC2822F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11F69-DC44-4874-883D-54B9F6AA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021CF-A494-4D65-786C-440A585D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45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25096-509B-25FA-2C8F-707A27DC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00297-B7A0-60C8-7234-AB9F6442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2DAAC-187D-2654-0377-149A5EE8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14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A304-9376-74CE-8E31-4E610B8C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30EC3-D40D-2E00-BB8C-E7E2082D5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01698-6070-2EFE-AF0F-17901E2A9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85885-1C76-117A-BE2A-5B72F11B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FEAEC-5FBB-E714-86C1-03C09147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6EFFB-7C2B-2A9A-4C93-2482859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52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4BD9-7851-A065-7B65-9336D535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52B7A-C8E4-8392-525F-D2FF3DBDA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945EB-7062-18CA-CA21-18822B63F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7F4E5-DB3F-5397-36DB-C4570AB4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71D8A-4696-B2F9-4917-1C77F9B8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913AC-42E9-235A-5100-C881FDD3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3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D9C9-A1F9-9397-5212-9B2DDCBC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7AF2E-A981-7F4C-40B1-196C64E1C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D33F9-306B-0119-B6BE-FB93FEF5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59C70-AE6D-0AB0-687C-050EAA35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5E0CD-D967-B5AB-9C04-40D5CF98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9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8FC46-FB7B-5333-CD40-58C46A5AE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32205-B8EA-5FE6-E7DE-21811371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12B8D-61C0-A544-8EB2-7D8D5F81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DE985-EBFF-68BD-7569-070352D4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BCEE3-18E4-A445-21E7-CA01762D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44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9EED3-1A27-2C3B-4ACA-62500FE0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5D710-C994-95ED-50D1-11EA97437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BC60-07A2-6EA1-55E4-C99500535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D834D-F4DA-4C20-943D-08B04BD6511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B4F81-716C-CA3D-B405-46B47A9D0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A992-D0B0-6F28-0A95-CF5D37158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DE9D1-AB24-4C87-8F91-60ACED5CE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51.png"/><Relationship Id="rId21" Type="http://schemas.openxmlformats.org/officeDocument/2006/relationships/image" Target="../media/image55.png"/><Relationship Id="rId7" Type="http://schemas.openxmlformats.org/officeDocument/2006/relationships/image" Target="../media/image4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.png"/><Relationship Id="rId23" Type="http://schemas.openxmlformats.org/officeDocument/2006/relationships/image" Target="../media/image56.png"/><Relationship Id="rId10" Type="http://schemas.openxmlformats.org/officeDocument/2006/relationships/customXml" Target="../ink/ink3.xml"/><Relationship Id="rId9" Type="http://schemas.openxmlformats.org/officeDocument/2006/relationships/image" Target="../media/image49.png"/><Relationship Id="rId14" Type="http://schemas.openxmlformats.org/officeDocument/2006/relationships/customXml" Target="../ink/ink4.xml"/><Relationship Id="rId22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file:///C:\Users\uppal\Downloads\mission_telemetry_ms.xlsx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620.png"/><Relationship Id="rId26" Type="http://schemas.openxmlformats.org/officeDocument/2006/relationships/hyperlink" Target="https://doi.org/10.1109/MERCon.2018.8421941" TargetMode="External"/><Relationship Id="rId21" Type="http://schemas.openxmlformats.org/officeDocument/2006/relationships/image" Target="../media/image660.png"/><Relationship Id="rId7" Type="http://schemas.openxmlformats.org/officeDocument/2006/relationships/image" Target="../media/image590.png"/><Relationship Id="rId25" Type="http://schemas.openxmlformats.org/officeDocument/2006/relationships/hyperlink" Target="https://doi.org/10.1016/j.techsoc.2021.101624" TargetMode="Externa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24" Type="http://schemas.openxmlformats.org/officeDocument/2006/relationships/hyperlink" Target="https://doi.org/10.1155/2019/3589792" TargetMode="External"/><Relationship Id="rId23" Type="http://schemas.openxmlformats.org/officeDocument/2006/relationships/image" Target="../media/image67.png"/><Relationship Id="rId10" Type="http://schemas.openxmlformats.org/officeDocument/2006/relationships/customXml" Target="../ink/ink8.xml"/><Relationship Id="rId9" Type="http://schemas.openxmlformats.org/officeDocument/2006/relationships/image" Target="../media/image600.png"/><Relationship Id="rId14" Type="http://schemas.openxmlformats.org/officeDocument/2006/relationships/customXml" Target="../ink/ink9.xml"/><Relationship Id="rId22" Type="http://schemas.openxmlformats.org/officeDocument/2006/relationships/customXml" Target="../ink/ink10.xml"/><Relationship Id="rId27" Type="http://schemas.openxmlformats.org/officeDocument/2006/relationships/hyperlink" Target="https://doi.org/10.24867/IJIEM-2015-1-1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27F0-7ABA-9451-96D4-41DE921F3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987" y="3477757"/>
            <a:ext cx="10094921" cy="7560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440CB4"/>
                </a:solidFill>
                <a:latin typeface="Times New Roman"/>
                <a:cs typeface="Times New Roman"/>
              </a:rPr>
              <a:t>AERODROP</a:t>
            </a:r>
            <a:br>
              <a:rPr lang="en-IN" sz="2800" dirty="0">
                <a:solidFill>
                  <a:srgbClr val="440CB4"/>
                </a:solidFill>
                <a:latin typeface="Times New Roman"/>
                <a:cs typeface="Times New Roman"/>
              </a:rPr>
            </a:br>
            <a:r>
              <a:rPr lang="en-IN" sz="2800" dirty="0">
                <a:solidFill>
                  <a:srgbClr val="440CB4"/>
                </a:solidFill>
                <a:latin typeface="Times New Roman"/>
                <a:cs typeface="Times New Roman"/>
              </a:rPr>
              <a:t>A SMART DRONE SYSTEM FOR MEDICAL AND ESSENTIALS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BD32A-F152-2A1D-6C18-C07578F58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077" y="4672668"/>
            <a:ext cx="4607428" cy="17139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tx1"/>
                </a:solidFill>
                <a:latin typeface="Times New Roman"/>
                <a:cs typeface="Times New Roman"/>
              </a:rPr>
              <a:t> Mr </a:t>
            </a:r>
            <a:r>
              <a:rPr lang="en-IN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A.M Vamsi Krishna </a:t>
            </a:r>
            <a:r>
              <a:rPr lang="en-IN" sz="1600" dirty="0">
                <a:solidFill>
                  <a:schemeClr val="tx1"/>
                </a:solidFill>
                <a:latin typeface="Times New Roman"/>
                <a:cs typeface="Times New Roman"/>
              </a:rPr>
              <a:t>M.Tech </a:t>
            </a:r>
            <a:r>
              <a:rPr lang="en-IN" sz="1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en-IN" sz="1100" dirty="0" err="1">
                <a:solidFill>
                  <a:schemeClr val="tx1"/>
                </a:solidFill>
                <a:latin typeface="Times New Roman"/>
                <a:cs typeface="Times New Roman"/>
              </a:rPr>
              <a:t>Ph.D</a:t>
            </a:r>
            <a:r>
              <a:rPr lang="en-IN" sz="11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Assistant Professor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E4C38-DF97-90E2-D6F7-333C776C2E95}"/>
              </a:ext>
            </a:extLst>
          </p:cNvPr>
          <p:cNvSpPr txBox="1"/>
          <p:nvPr/>
        </p:nvSpPr>
        <p:spPr>
          <a:xfrm>
            <a:off x="6778320" y="4428134"/>
            <a:ext cx="516664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/>
                <a:cs typeface="Times New Roman"/>
              </a:rPr>
              <a:t>Presented by</a:t>
            </a:r>
            <a:endParaRPr lang="en-IN" sz="2000" i="1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23B85A0420 - U.S.V Ajay</a:t>
            </a:r>
          </a:p>
          <a:p>
            <a:r>
              <a:rPr lang="en-IN" dirty="0">
                <a:latin typeface="Times New Roman"/>
                <a:cs typeface="Times New Roman"/>
              </a:rPr>
              <a:t>23B85A0419 - T. Pavani</a:t>
            </a:r>
          </a:p>
          <a:p>
            <a:r>
              <a:rPr lang="en-IN" dirty="0">
                <a:latin typeface="Times New Roman"/>
                <a:cs typeface="Times New Roman"/>
              </a:rPr>
              <a:t>22B81A04G5 - Shaik Sadhiq</a:t>
            </a:r>
          </a:p>
          <a:p>
            <a:r>
              <a:rPr lang="en-IN" dirty="0">
                <a:latin typeface="Times New Roman"/>
                <a:cs typeface="Times New Roman"/>
              </a:rPr>
              <a:t>22B81A04G0 - S.Venkata Srikanth</a:t>
            </a:r>
          </a:p>
          <a:p>
            <a:r>
              <a:rPr lang="en-IN" dirty="0">
                <a:latin typeface="Times New Roman"/>
                <a:cs typeface="Times New Roman"/>
              </a:rPr>
              <a:t>22B81A04H0 - T. Sai Ganesh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1B9A6-74EA-EAA4-0973-A9FC45B99E46}"/>
              </a:ext>
            </a:extLst>
          </p:cNvPr>
          <p:cNvSpPr txBox="1"/>
          <p:nvPr/>
        </p:nvSpPr>
        <p:spPr>
          <a:xfrm>
            <a:off x="1847193" y="2632869"/>
            <a:ext cx="835316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821B0-26D1-4062-C018-B5413F7700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743" y="1177790"/>
            <a:ext cx="1380514" cy="1432838"/>
          </a:xfrm>
          <a:prstGeom prst="rect">
            <a:avLst/>
          </a:prstGeom>
          <a:ln w="19050" cap="sq">
            <a:solidFill>
              <a:schemeClr val="tx1"/>
            </a:solidFill>
            <a:miter lim="800000"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0CA627-428A-6E43-75C7-A018DAFC4310}"/>
              </a:ext>
            </a:extLst>
          </p:cNvPr>
          <p:cNvSpPr txBox="1"/>
          <p:nvPr/>
        </p:nvSpPr>
        <p:spPr>
          <a:xfrm>
            <a:off x="1946234" y="363871"/>
            <a:ext cx="8019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</a:rPr>
              <a:t>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C R REDDY COLLEGE OF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5D0229-F292-40DE-4B68-D2B2BBE27571}"/>
              </a:ext>
            </a:extLst>
          </p:cNvPr>
          <p:cNvSpPr/>
          <p:nvPr/>
        </p:nvSpPr>
        <p:spPr>
          <a:xfrm>
            <a:off x="247034" y="310661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25587-4A61-5F97-CD1B-CF515C2CC2E3}"/>
              </a:ext>
            </a:extLst>
          </p:cNvPr>
          <p:cNvSpPr txBox="1"/>
          <p:nvPr/>
        </p:nvSpPr>
        <p:spPr>
          <a:xfrm>
            <a:off x="5117687" y="786217"/>
            <a:ext cx="195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F0244-A977-BD29-9BF8-B5A1653C7425}"/>
              </a:ext>
            </a:extLst>
          </p:cNvPr>
          <p:cNvSpPr txBox="1"/>
          <p:nvPr/>
        </p:nvSpPr>
        <p:spPr>
          <a:xfrm>
            <a:off x="5603308" y="3036405"/>
            <a:ext cx="1296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BATCH-10</a:t>
            </a:r>
          </a:p>
        </p:txBody>
      </p:sp>
    </p:spTree>
    <p:extLst>
      <p:ext uri="{BB962C8B-B14F-4D97-AF65-F5344CB8AC3E}">
        <p14:creationId xmlns:p14="http://schemas.microsoft.com/office/powerpoint/2010/main" val="304447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BB3B8-D3BA-144F-BAB4-3D876A50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6454-3898-F403-9A3D-7BB17DFC1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164" y="431040"/>
            <a:ext cx="4588777" cy="442014"/>
          </a:xfrm>
        </p:spPr>
        <p:txBody>
          <a:bodyPr>
            <a:noAutofit/>
          </a:bodyPr>
          <a:lstStyle/>
          <a:p>
            <a:pPr algn="ctr"/>
            <a: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FCBAA-8C1F-2D9F-3560-8EFFD1A77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57" y="965698"/>
            <a:ext cx="10846990" cy="55832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drone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delivering medicines to remote and hard-to-reach areas.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drone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carries lightweight medical supplies securely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using GPS navigation and basic flight control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protected payload compartment ensures medicine safety.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features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takeoff and landing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requiring no runways, making it adaptable to diverse environments.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a GPS module, flight controller, motors, battery, and medicine container.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addresses challenges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poor roads, traffic, and inaccessible regions. Designed for student-level implementation, it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essential autonomous flight and delivery without complex navigation.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a practical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solution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improving access to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medicines in underserved areas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Keywords</a:t>
            </a:r>
          </a:p>
          <a:p>
            <a:pPr marL="285750" indent="-28575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 Delivery, Autonomous Drone, GPS (Global Positioning System) Navigation, Healthcare Logistics, UAV (Unmanned Aerial Vehicle), Emergency Response, Remote Delivery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7ADE7-5F9F-CAFF-669F-63961E95DDFF}"/>
              </a:ext>
            </a:extLst>
          </p:cNvPr>
          <p:cNvSpPr/>
          <p:nvPr/>
        </p:nvSpPr>
        <p:spPr>
          <a:xfrm>
            <a:off x="363415" y="28135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6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25E8-FC3C-DC34-5B3A-CE17D5BA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634" y="411061"/>
            <a:ext cx="3287838" cy="293614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58E5-4CAD-31DA-B137-5D5FECFBA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79" y="763597"/>
            <a:ext cx="10090264" cy="52721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Introduction 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Objectives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Literature Survey 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Existing Methodology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Limitations of existing method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Simulation results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Proposed Methodology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 Scope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Applications</a:t>
            </a:r>
          </a:p>
          <a:p>
            <a:pPr lvl="1" algn="just">
              <a:lnSpc>
                <a:spcPct val="110000"/>
              </a:lnSpc>
              <a:buClr>
                <a:schemeClr val="tx1"/>
              </a:buClr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References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 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IN" sz="8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36EAF-91B4-4EF0-9916-626C71FF4770}"/>
              </a:ext>
            </a:extLst>
          </p:cNvPr>
          <p:cNvSpPr/>
          <p:nvPr/>
        </p:nvSpPr>
        <p:spPr>
          <a:xfrm>
            <a:off x="363415" y="28135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40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9C61-B810-87DC-EB76-0882CC99D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0553" y="424243"/>
            <a:ext cx="9144000" cy="5257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INTRODUCTION</a:t>
            </a:r>
            <a:r>
              <a:rPr lang="en-US" sz="3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</a:t>
            </a:r>
            <a:endParaRPr lang="en-US" sz="3200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D7EED-8023-5BFC-AB32-0E7C23DA65DE}"/>
              </a:ext>
            </a:extLst>
          </p:cNvPr>
          <p:cNvSpPr/>
          <p:nvPr/>
        </p:nvSpPr>
        <p:spPr>
          <a:xfrm>
            <a:off x="363415" y="28135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6BDAD-6C33-E4E9-BB13-E8027828E55D}"/>
              </a:ext>
            </a:extLst>
          </p:cNvPr>
          <p:cNvSpPr txBox="1"/>
          <p:nvPr/>
        </p:nvSpPr>
        <p:spPr>
          <a:xfrm>
            <a:off x="532227" y="1201071"/>
            <a:ext cx="567254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medicines on time is difficult in remote or rural areas because of bad roads, traffic, and other problems. In emergencies, traditional delivery is often too slow.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Drones can solve this by using GPS and flight control to deliver medicines quickly to hard-to-reach places. 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save time, avoid obstacles, reduce risks during pandemics, and help doctors reach patients faster.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shows the design of an easy-to-build autonomous  drone for medicine delivery.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secure medicine box, GPS-based navigation, and vertical takeoff/landing to work in different areas without much infrastructure.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improve healthcare access and support patients in remote regions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rone with a medical supply&#10;&#10;AI-generated content may be incorrect.">
            <a:extLst>
              <a:ext uri="{FF2B5EF4-FFF2-40B4-BE49-F238E27FC236}">
                <a16:creationId xmlns:a16="http://schemas.microsoft.com/office/drawing/2014/main" id="{0981EB47-1B66-1844-0872-831ACA442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2" y="1638197"/>
            <a:ext cx="5672549" cy="37816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159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E89C-FE2D-36F2-975F-857391CBF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32" y="2338669"/>
            <a:ext cx="10988040" cy="439991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Remote Areas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Delays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Disparities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Delivery Systems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Disease Transmission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054388-6BF0-8768-5102-2422D0B0EC28}"/>
              </a:ext>
            </a:extLst>
          </p:cNvPr>
          <p:cNvSpPr txBox="1">
            <a:spLocks/>
          </p:cNvSpPr>
          <p:nvPr/>
        </p:nvSpPr>
        <p:spPr>
          <a:xfrm>
            <a:off x="3833769" y="419449"/>
            <a:ext cx="4538444" cy="687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PROBLEM STATEMENT</a:t>
            </a:r>
            <a:endParaRPr lang="en-US" sz="3200" b="1" u="sng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1BB5F9-EC5E-CD27-3B94-9D443329DAD9}"/>
              </a:ext>
            </a:extLst>
          </p:cNvPr>
          <p:cNvSpPr/>
          <p:nvPr/>
        </p:nvSpPr>
        <p:spPr>
          <a:xfrm>
            <a:off x="363415" y="28135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rone with a first aid box&#10;&#10;AI-generated content may be incorrect.">
            <a:extLst>
              <a:ext uri="{FF2B5EF4-FFF2-40B4-BE49-F238E27FC236}">
                <a16:creationId xmlns:a16="http://schemas.microsoft.com/office/drawing/2014/main" id="{261E7157-0236-3316-6192-1286594BB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513" y="1536715"/>
            <a:ext cx="4642435" cy="37259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7CF6ED-C1B6-FD13-38D3-93E2B90CBD3D}"/>
              </a:ext>
            </a:extLst>
          </p:cNvPr>
          <p:cNvSpPr txBox="1"/>
          <p:nvPr/>
        </p:nvSpPr>
        <p:spPr>
          <a:xfrm>
            <a:off x="672132" y="1164009"/>
            <a:ext cx="10397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medicine supplies to remote and underserved areas faces significant challenges including:</a:t>
            </a:r>
          </a:p>
        </p:txBody>
      </p:sp>
    </p:spTree>
    <p:extLst>
      <p:ext uri="{BB962C8B-B14F-4D97-AF65-F5344CB8AC3E}">
        <p14:creationId xmlns:p14="http://schemas.microsoft.com/office/powerpoint/2010/main" val="37663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F25-CA68-DD0D-1D20-D713DD77C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626" y="407081"/>
            <a:ext cx="6277761" cy="65832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1A966-1BD5-6480-9E7F-28B8BD687E36}"/>
              </a:ext>
            </a:extLst>
          </p:cNvPr>
          <p:cNvSpPr/>
          <p:nvPr/>
        </p:nvSpPr>
        <p:spPr>
          <a:xfrm>
            <a:off x="363415" y="28135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6FBDF-2BC6-2F3F-DA08-ADF0CED0384A}"/>
              </a:ext>
            </a:extLst>
          </p:cNvPr>
          <p:cNvSpPr txBox="1"/>
          <p:nvPr/>
        </p:nvSpPr>
        <p:spPr>
          <a:xfrm>
            <a:off x="552920" y="1191128"/>
            <a:ext cx="10898052" cy="3653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autonomous drone to deliver medicines and essentials to hard-to-reach areas.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GPS and reliable control for safe, secure transport of lightweight medicine supplies.</a:t>
            </a:r>
          </a:p>
          <a:p>
            <a:pPr marL="285750" indent="-28575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drone for vertical takeoff and landing, adaptable to various environments without special infrastructure.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carry medical payloads, maintaining integrity during delivery.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practical, student-friendly UAV solution to improve healthcare access in underserved or remote regions.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8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0AB8-E920-90CD-84A0-479B84E4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208" y="348361"/>
            <a:ext cx="5211288" cy="4405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5" name="Content Placeholder 7">
            <a:extLst>
              <a:ext uri="{FF2B5EF4-FFF2-40B4-BE49-F238E27FC236}">
                <a16:creationId xmlns:a16="http://schemas.microsoft.com/office/drawing/2014/main" id="{1D9A93AC-88FD-8DE2-0406-4ABFD51FD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947312"/>
              </p:ext>
            </p:extLst>
          </p:nvPr>
        </p:nvGraphicFramePr>
        <p:xfrm>
          <a:off x="953619" y="967112"/>
          <a:ext cx="10027572" cy="4875961"/>
        </p:xfrm>
        <a:graphic>
          <a:graphicData uri="http://schemas.openxmlformats.org/drawingml/2006/table">
            <a:tbl>
              <a:tblPr/>
              <a:tblGrid>
                <a:gridCol w="891959">
                  <a:extLst>
                    <a:ext uri="{9D8B030D-6E8A-4147-A177-3AD203B41FA5}">
                      <a16:colId xmlns:a16="http://schemas.microsoft.com/office/drawing/2014/main" val="1840791772"/>
                    </a:ext>
                  </a:extLst>
                </a:gridCol>
                <a:gridCol w="1619075">
                  <a:extLst>
                    <a:ext uri="{9D8B030D-6E8A-4147-A177-3AD203B41FA5}">
                      <a16:colId xmlns:a16="http://schemas.microsoft.com/office/drawing/2014/main" val="3620866460"/>
                    </a:ext>
                  </a:extLst>
                </a:gridCol>
                <a:gridCol w="1937857">
                  <a:extLst>
                    <a:ext uri="{9D8B030D-6E8A-4147-A177-3AD203B41FA5}">
                      <a16:colId xmlns:a16="http://schemas.microsoft.com/office/drawing/2014/main" val="2411530891"/>
                    </a:ext>
                  </a:extLst>
                </a:gridCol>
                <a:gridCol w="2236157">
                  <a:extLst>
                    <a:ext uri="{9D8B030D-6E8A-4147-A177-3AD203B41FA5}">
                      <a16:colId xmlns:a16="http://schemas.microsoft.com/office/drawing/2014/main" val="1825145246"/>
                    </a:ext>
                  </a:extLst>
                </a:gridCol>
                <a:gridCol w="1671262">
                  <a:extLst>
                    <a:ext uri="{9D8B030D-6E8A-4147-A177-3AD203B41FA5}">
                      <a16:colId xmlns:a16="http://schemas.microsoft.com/office/drawing/2014/main" val="1950280529"/>
                    </a:ext>
                  </a:extLst>
                </a:gridCol>
                <a:gridCol w="1671262">
                  <a:extLst>
                    <a:ext uri="{9D8B030D-6E8A-4147-A177-3AD203B41FA5}">
                      <a16:colId xmlns:a16="http://schemas.microsoft.com/office/drawing/2014/main" val="1935857259"/>
                    </a:ext>
                  </a:extLst>
                </a:gridCol>
              </a:tblGrid>
              <a:tr h="412378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 dirty="0">
                          <a:effectLst/>
                        </a:rPr>
                        <a:t>Year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D05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5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 dirty="0">
                          <a:effectLst/>
                        </a:rPr>
                        <a:t>Author(s)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 dirty="0">
                          <a:effectLst/>
                        </a:rPr>
                        <a:t>Focus Area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>
                          <a:effectLst/>
                        </a:rPr>
                        <a:t>Key Findings &amp; Contributions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5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>
                          <a:effectLst/>
                        </a:rPr>
                        <a:t>Limitations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9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400" b="0" dirty="0">
                          <a:effectLst/>
                        </a:rPr>
                        <a:t>Application/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Relevance</a:t>
                      </a:r>
                    </a:p>
                  </a:txBody>
                  <a:tcPr marL="15998" marR="15998" marT="15998" marB="15998">
                    <a:lnL w="7620" cap="flat" cmpd="sng" algn="ctr">
                      <a:solidFill>
                        <a:srgbClr val="205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5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822741"/>
                  </a:ext>
                </a:extLst>
              </a:tr>
              <a:tr h="78880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2015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E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56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Ostojic et al.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Quadcopter Design and Control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6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5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Flight control algorithms and hardware design for quadcopters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8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Technical focus, limited healthcare application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604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Drone stability and control basis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0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862608"/>
                  </a:ext>
                </a:extLst>
              </a:tr>
              <a:tr h="78880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2018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1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Gunarathna &amp; Munasinghe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D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5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1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Quadrotor-Fixed Wing Hybrid UAV Design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20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Combines quadrotor and fixed-wing capabilities for performance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Increased mechanical complexity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8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0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Extended flight times &amp; payloads for drones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A00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0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0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487042"/>
                  </a:ext>
                </a:extLst>
              </a:tr>
              <a:tr h="720807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2019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101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1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1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Konert et al.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201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1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Drones in Emergency Medicine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Explores practical and legal aspects for emergency drones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Evolving regulations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6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Foundational for integrating drones in EMS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0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340489"/>
                  </a:ext>
                </a:extLst>
              </a:tr>
              <a:tr h="59699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2020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Arya et al.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5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it-IT" sz="1400">
                          <a:effectLst/>
                        </a:rPr>
                        <a:t>Drone Communication via LTE and 5G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LTE/5G networks enable improved drone connectivity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0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Infrastructure dependency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0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Real-time drone communication and tracking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400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0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0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83400"/>
                  </a:ext>
                </a:extLst>
              </a:tr>
              <a:tr h="790686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2021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Nyaaba &amp; Ayamga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0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Medical Drones in African Healthcare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1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Identifies operational challenges in low-resource environments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1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Infrastructure, cost barriers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1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0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Insights into deploying drones in underserved areas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1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448982"/>
                  </a:ext>
                </a:extLst>
              </a:tr>
              <a:tr h="59699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2022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0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0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1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Dejene et al.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700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0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Medical Delivery Drones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Emphasizes logistic efficiency and cost-effectiveness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Focus on general logistics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0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Medical delivery during pandemics and emergencies</a:t>
                      </a:r>
                    </a:p>
                  </a:txBody>
                  <a:tcPr marL="15998" marR="15998" marT="11998" marB="11998" anchor="ctr">
                    <a:lnL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0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64227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314FAE4-6CBC-548C-4FE4-9FCB168B6F3B}"/>
              </a:ext>
            </a:extLst>
          </p:cNvPr>
          <p:cNvSpPr/>
          <p:nvPr/>
        </p:nvSpPr>
        <p:spPr>
          <a:xfrm>
            <a:off x="363415" y="170122"/>
            <a:ext cx="11418277" cy="65177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27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6684-69E7-D360-E66B-167450E7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drone flying in the air&#10;&#10;AI-generated content may be incorrect.">
            <a:extLst>
              <a:ext uri="{FF2B5EF4-FFF2-40B4-BE49-F238E27FC236}">
                <a16:creationId xmlns:a16="http://schemas.microsoft.com/office/drawing/2014/main" id="{FF5A3E33-CE84-5007-3952-BDE6481C4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986" y="1940179"/>
            <a:ext cx="4845005" cy="32300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9FCB0F-4EC4-B9DE-1933-90E1BBD0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520" y="495300"/>
            <a:ext cx="6827520" cy="90678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CURRENT DRONE DELIVERY MODELS</a:t>
            </a:r>
            <a:br>
              <a:rPr lang="en-US" sz="2400" dirty="0"/>
            </a:br>
            <a:endParaRPr lang="en-US" sz="2400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7C821-0C7E-5687-7F21-E520B47F1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90" y="2193007"/>
            <a:ext cx="4222750" cy="30394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Drone Operation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Management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Navigation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Constraints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Setup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6F1DE-D2CC-F5BC-DC94-4E68790F6B20}"/>
              </a:ext>
            </a:extLst>
          </p:cNvPr>
          <p:cNvSpPr/>
          <p:nvPr/>
        </p:nvSpPr>
        <p:spPr>
          <a:xfrm>
            <a:off x="363415" y="170122"/>
            <a:ext cx="11418277" cy="65177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8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98-1954-86AB-B967-C8635ECE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D5B25E-F9A2-D440-E012-47D902B6C33B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B04E50D-2862-1541-49D5-10D0E6679DAC}"/>
                  </a:ext>
                </a:extLst>
              </p14:cNvPr>
              <p14:cNvContentPartPr/>
              <p14:nvPr/>
            </p14:nvContentPartPr>
            <p14:xfrm>
              <a:off x="9717534" y="3268348"/>
              <a:ext cx="302400" cy="21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B04E50D-2862-1541-49D5-10D0E6679D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54459" y="3205348"/>
                <a:ext cx="42819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9905BF9-0D1F-5B98-1C9D-1289426121F6}"/>
                  </a:ext>
                </a:extLst>
              </p14:cNvPr>
              <p14:cNvContentPartPr/>
              <p14:nvPr/>
            </p14:nvContentPartPr>
            <p14:xfrm>
              <a:off x="9173214" y="3032548"/>
              <a:ext cx="103680" cy="41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9905BF9-0D1F-5B98-1C9D-1289426121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0214" y="2969548"/>
                <a:ext cx="2293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438DC8E-7446-B7F6-3919-23FB32E785D7}"/>
                  </a:ext>
                </a:extLst>
              </p14:cNvPr>
              <p14:cNvContentPartPr/>
              <p14:nvPr/>
            </p14:nvContentPartPr>
            <p14:xfrm>
              <a:off x="8771814" y="1403908"/>
              <a:ext cx="138600" cy="196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438DC8E-7446-B7F6-3919-23FB32E785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08814" y="1340792"/>
                <a:ext cx="264240" cy="322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E54A883-87CF-E643-AC91-1C629501A7C8}"/>
                  </a:ext>
                </a:extLst>
              </p14:cNvPr>
              <p14:cNvContentPartPr/>
              <p14:nvPr/>
            </p14:nvContentPartPr>
            <p14:xfrm>
              <a:off x="8452134" y="938428"/>
              <a:ext cx="240120" cy="271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E54A883-87CF-E643-AC91-1C629501A7C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16134" y="902428"/>
                <a:ext cx="3117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058A5D-17DB-BD3B-1313-FB2119BC7602}"/>
                  </a:ext>
                </a:extLst>
              </p14:cNvPr>
              <p14:cNvContentPartPr/>
              <p14:nvPr/>
            </p14:nvContentPartPr>
            <p14:xfrm>
              <a:off x="8355654" y="913948"/>
              <a:ext cx="52920" cy="41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058A5D-17DB-BD3B-1313-FB2119BC76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19654" y="877948"/>
                <a:ext cx="124560" cy="1126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CA894CEE-43E6-05B6-8C14-70518EC4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271" y="784168"/>
            <a:ext cx="7461069" cy="17082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EXISTING DRONE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3C823-C64B-B174-4723-3AD317E5F8C6}"/>
              </a:ext>
            </a:extLst>
          </p:cNvPr>
          <p:cNvSpPr txBox="1"/>
          <p:nvPr/>
        </p:nvSpPr>
        <p:spPr>
          <a:xfrm>
            <a:off x="624313" y="1733054"/>
            <a:ext cx="8484801" cy="476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Semi-Autonomous Operation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 Payload Handling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Limitations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Takeoff and Landing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Communication and Control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and Complexity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and Safety Challenges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rone with a medical delivery box">
            <a:extLst>
              <a:ext uri="{FF2B5EF4-FFF2-40B4-BE49-F238E27FC236}">
                <a16:creationId xmlns:a16="http://schemas.microsoft.com/office/drawing/2014/main" id="{3402B793-0A7C-3446-616E-5059CAC6F65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785" y="1984581"/>
            <a:ext cx="3487749" cy="33381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018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C3DE-CBD9-7C1C-B698-A7B5F1ADD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C49E-FA6B-4A1C-995E-549B9A3C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433" y="365126"/>
            <a:ext cx="3833769" cy="47377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58987-C08E-0476-E2FE-7468C7651421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4" name="Content Placeholder 2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26BDF13-9AB0-5CFA-17C7-D3F79905A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17" y="1092664"/>
            <a:ext cx="5113537" cy="4563739"/>
          </a:xfrm>
        </p:spPr>
      </p:pic>
      <p:pic>
        <p:nvPicPr>
          <p:cNvPr id="26" name="Picture 25" descr="A computer screen shot of a map&#10;&#10;AI-generated content may be incorrect.">
            <a:extLst>
              <a:ext uri="{FF2B5EF4-FFF2-40B4-BE49-F238E27FC236}">
                <a16:creationId xmlns:a16="http://schemas.microsoft.com/office/drawing/2014/main" id="{B98AE19A-B6C1-6056-D5A0-52696D80A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954" y="1092664"/>
            <a:ext cx="5525383" cy="456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69DB7-D97F-A620-98BE-3334E5BF4D1B}"/>
              </a:ext>
            </a:extLst>
          </p:cNvPr>
          <p:cNvSpPr txBox="1"/>
          <p:nvPr/>
        </p:nvSpPr>
        <p:spPr>
          <a:xfrm>
            <a:off x="1850119" y="5725501"/>
            <a:ext cx="255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The Map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E0153-3489-CDC6-4B41-CD72CE7D7DF4}"/>
              </a:ext>
            </a:extLst>
          </p:cNvPr>
          <p:cNvSpPr txBox="1"/>
          <p:nvPr/>
        </p:nvSpPr>
        <p:spPr>
          <a:xfrm>
            <a:off x="7107133" y="5674941"/>
            <a:ext cx="282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The Altitude To Fly </a:t>
            </a:r>
          </a:p>
        </p:txBody>
      </p:sp>
    </p:spTree>
    <p:extLst>
      <p:ext uri="{BB962C8B-B14F-4D97-AF65-F5344CB8AC3E}">
        <p14:creationId xmlns:p14="http://schemas.microsoft.com/office/powerpoint/2010/main" val="97258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4045-4947-81FE-30FC-8F1AEA38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433" y="365126"/>
            <a:ext cx="3833769" cy="47377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1BBCD-54F9-19F3-0123-EC4C35287F6E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7BE2DA-0C43-CF6E-63C0-7C076B04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651" y="947829"/>
            <a:ext cx="8855309" cy="4865614"/>
          </a:xfrm>
          <a:prstGeom prst="rect">
            <a:avLst/>
          </a:prstGeom>
        </p:spPr>
      </p:pic>
      <p:sp>
        <p:nvSpPr>
          <p:cNvPr id="41" name="Rectangle 4">
            <a:extLst>
              <a:ext uri="{FF2B5EF4-FFF2-40B4-BE49-F238E27FC236}">
                <a16:creationId xmlns:a16="http://schemas.microsoft.com/office/drawing/2014/main" id="{F4191350-4B3B-FD3D-5FDF-FE025664C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650" y="5869853"/>
            <a:ext cx="8855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image shows the drone’s flight path created in Mission Planner using set GPS waypoints.</a:t>
            </a:r>
          </a:p>
        </p:txBody>
      </p:sp>
    </p:spTree>
    <p:extLst>
      <p:ext uri="{BB962C8B-B14F-4D97-AF65-F5344CB8AC3E}">
        <p14:creationId xmlns:p14="http://schemas.microsoft.com/office/powerpoint/2010/main" val="392208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F43D-1E80-9B34-71B5-7AA5C1FA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F568-1CE8-98F5-D689-B9D76A80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503" y="365126"/>
            <a:ext cx="1795244" cy="44021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556C9-47DF-06F4-C65B-995794F6B1B8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map of a road with a plane&#10;&#10;AI-generated content may be incorrect.">
            <a:extLst>
              <a:ext uri="{FF2B5EF4-FFF2-40B4-BE49-F238E27FC236}">
                <a16:creationId xmlns:a16="http://schemas.microsoft.com/office/drawing/2014/main" id="{6A7DF689-8776-EA7E-5357-8F67ED2F5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" b="21157"/>
          <a:stretch>
            <a:fillRect/>
          </a:stretch>
        </p:blipFill>
        <p:spPr>
          <a:xfrm>
            <a:off x="949446" y="866269"/>
            <a:ext cx="4075560" cy="2404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9CE5DA-BC91-63D2-E430-584F00051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276" y="3667574"/>
            <a:ext cx="5519701" cy="2711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D60C3F-1087-D4EA-A9A6-075C38E9D402}"/>
              </a:ext>
            </a:extLst>
          </p:cNvPr>
          <p:cNvSpPr txBox="1"/>
          <p:nvPr/>
        </p:nvSpPr>
        <p:spPr>
          <a:xfrm>
            <a:off x="832023" y="3298242"/>
            <a:ext cx="4404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 between waypoints</a:t>
            </a:r>
          </a:p>
        </p:txBody>
      </p:sp>
      <p:sp>
        <p:nvSpPr>
          <p:cNvPr id="11" name="Rectangle 1">
            <a:hlinkClick r:id="rId5" action="ppaction://hlinkfile"/>
            <a:extLst>
              <a:ext uri="{FF2B5EF4-FFF2-40B4-BE49-F238E27FC236}">
                <a16:creationId xmlns:a16="http://schemas.microsoft.com/office/drawing/2014/main" id="{3D9BE2E2-E5F9-28C1-F194-F72EFF52E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32" y="4216720"/>
            <a:ext cx="5276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sheet shows the real-time telemetry data of the drone, including its time, position, altitude, velocity, and flight mode during the mission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 descr="A graph with a line">
            <a:extLst>
              <a:ext uri="{FF2B5EF4-FFF2-40B4-BE49-F238E27FC236}">
                <a16:creationId xmlns:a16="http://schemas.microsoft.com/office/drawing/2014/main" id="{1E0AF75E-3753-DA2F-255C-6A34D4E11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926" y="866269"/>
            <a:ext cx="5686015" cy="271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8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E94C-017C-BEFE-CC29-FE5CCC52C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731" y="520636"/>
            <a:ext cx="4638145" cy="46825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B9D025-A082-2972-E20E-8B7648A4EBBD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Content Placeholder 11" descr="A diagram of a proposed methodology&#10;&#10;AI-generated content may be incorrect.">
            <a:extLst>
              <a:ext uri="{FF2B5EF4-FFF2-40B4-BE49-F238E27FC236}">
                <a16:creationId xmlns:a16="http://schemas.microsoft.com/office/drawing/2014/main" id="{2017D81F-3B96-94F6-B845-FE1572520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4"/>
          <a:stretch>
            <a:fillRect/>
          </a:stretch>
        </p:blipFill>
        <p:spPr>
          <a:xfrm>
            <a:off x="1112938" y="1075954"/>
            <a:ext cx="9966121" cy="5010892"/>
          </a:xfrm>
        </p:spPr>
      </p:pic>
      <p:sp>
        <p:nvSpPr>
          <p:cNvPr id="10" name="AutoShape 2">
            <a:extLst>
              <a:ext uri="{FF2B5EF4-FFF2-40B4-BE49-F238E27FC236}">
                <a16:creationId xmlns:a16="http://schemas.microsoft.com/office/drawing/2014/main" id="{FC665248-441A-5D6B-7086-F56F6F90A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7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F6F2-2337-E873-366E-9F6F6AF9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EF8A-C6C0-D8CB-6FEE-B5A76925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704" y="704675"/>
            <a:ext cx="2586606" cy="25413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98D03C-2FC8-72D2-254F-918340892479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 descr="Future Drone Innovations at a Glance">
            <a:extLst>
              <a:ext uri="{FF2B5EF4-FFF2-40B4-BE49-F238E27FC236}">
                <a16:creationId xmlns:a16="http://schemas.microsoft.com/office/drawing/2014/main" id="{297B34DD-37AB-E741-4840-8867E9DDF3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5" b="22990"/>
          <a:stretch>
            <a:fillRect/>
          </a:stretch>
        </p:blipFill>
        <p:spPr bwMode="auto">
          <a:xfrm>
            <a:off x="865037" y="1495494"/>
            <a:ext cx="10711770" cy="446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593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353CD-20F3-C154-4CC8-45242F0D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491" y="455839"/>
            <a:ext cx="5766717" cy="67664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/>
                <a:ea typeface="Calibri Light"/>
                <a:cs typeface="Calibri Light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ADVANTAGES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359BA3-6E4B-7AB4-07D0-2DEE16BC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354" y="1542482"/>
            <a:ext cx="10780552" cy="495039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Accessibility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Delivery Times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Versatile Operation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Contact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Safety and Reliability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Environmentally Friendly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ABF16-F8C0-401B-78E7-9D4864F29231}"/>
              </a:ext>
            </a:extLst>
          </p:cNvPr>
          <p:cNvSpPr/>
          <p:nvPr/>
        </p:nvSpPr>
        <p:spPr>
          <a:xfrm>
            <a:off x="381712" y="365125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group of people standing next to a drone&#10;&#10;AI-generated content may be incorrect.">
            <a:extLst>
              <a:ext uri="{FF2B5EF4-FFF2-40B4-BE49-F238E27FC236}">
                <a16:creationId xmlns:a16="http://schemas.microsoft.com/office/drawing/2014/main" id="{C5F22A1E-0D36-CAA7-03FB-DD3B22745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267" y="1382842"/>
            <a:ext cx="3805766" cy="38057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57878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D0F4-8B66-C246-2586-7F39A915A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58" y="315296"/>
            <a:ext cx="4144253" cy="729897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/>
                <a:ea typeface="Calibri Light"/>
                <a:cs typeface="Calibri Light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APPLICATIONS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829D73E-CD8B-FA08-8277-21F693C0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33" y="1255457"/>
            <a:ext cx="7381451" cy="47481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Medical Supply Delivery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Facilities Support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Pandemic Situations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and Organ Transport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 Campaigns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of Essentials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Operations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1C7C7-C9FB-D9C3-67A5-CB52E543ECD2}"/>
              </a:ext>
            </a:extLst>
          </p:cNvPr>
          <p:cNvSpPr/>
          <p:nvPr/>
        </p:nvSpPr>
        <p:spPr>
          <a:xfrm>
            <a:off x="386861" y="260704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group of people in uniform&#10;&#10;AI-generated content may be incorrect.">
            <a:extLst>
              <a:ext uri="{FF2B5EF4-FFF2-40B4-BE49-F238E27FC236}">
                <a16:creationId xmlns:a16="http://schemas.microsoft.com/office/drawing/2014/main" id="{00DC1DD4-8496-CF93-01A3-979E7EA08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69408"/>
            <a:ext cx="3685317" cy="41236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743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6D31F-469D-AFB8-EA7A-FB208B46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11807E-4B53-40C0-FAFC-06D145B20575}"/>
              </a:ext>
            </a:extLst>
          </p:cNvPr>
          <p:cNvSpPr/>
          <p:nvPr/>
        </p:nvSpPr>
        <p:spPr>
          <a:xfrm>
            <a:off x="386861" y="256197"/>
            <a:ext cx="11418277" cy="62366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C5326A1-69E9-B567-05A8-85517CE8598E}"/>
                  </a:ext>
                </a:extLst>
              </p14:cNvPr>
              <p14:cNvContentPartPr/>
              <p14:nvPr/>
            </p14:nvContentPartPr>
            <p14:xfrm>
              <a:off x="9717534" y="3268348"/>
              <a:ext cx="302400" cy="21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C5326A1-69E9-B567-05A8-85517CE859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54459" y="3205348"/>
                <a:ext cx="42819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9C4D688-14FA-7016-AB91-509A7A45BE3F}"/>
                  </a:ext>
                </a:extLst>
              </p14:cNvPr>
              <p14:cNvContentPartPr/>
              <p14:nvPr/>
            </p14:nvContentPartPr>
            <p14:xfrm>
              <a:off x="9173214" y="3032548"/>
              <a:ext cx="103680" cy="41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9C4D688-14FA-7016-AB91-509A7A45BE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0214" y="2969548"/>
                <a:ext cx="2293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6FA8265-F1E7-2558-B507-CEA83F8D084F}"/>
                  </a:ext>
                </a:extLst>
              </p14:cNvPr>
              <p14:cNvContentPartPr/>
              <p14:nvPr/>
            </p14:nvContentPartPr>
            <p14:xfrm>
              <a:off x="8771814" y="1403908"/>
              <a:ext cx="138600" cy="196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6FA8265-F1E7-2558-B507-CEA83F8D084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08814" y="1340792"/>
                <a:ext cx="264240" cy="322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8DA5FCF-2DAC-374A-AF98-37A46B1E4E0B}"/>
                  </a:ext>
                </a:extLst>
              </p14:cNvPr>
              <p14:cNvContentPartPr/>
              <p14:nvPr/>
            </p14:nvContentPartPr>
            <p14:xfrm>
              <a:off x="8452134" y="938428"/>
              <a:ext cx="240120" cy="271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8DA5FCF-2DAC-374A-AF98-37A46B1E4E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16134" y="902428"/>
                <a:ext cx="3117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D1531C6-5BE3-F593-94B3-18EAC62F4E10}"/>
                  </a:ext>
                </a:extLst>
              </p14:cNvPr>
              <p14:cNvContentPartPr/>
              <p14:nvPr/>
            </p14:nvContentPartPr>
            <p14:xfrm>
              <a:off x="8355654" y="913948"/>
              <a:ext cx="52920" cy="41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D1531C6-5BE3-F593-94B3-18EAC62F4E1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19654" y="877948"/>
                <a:ext cx="124560" cy="1126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508B79AD-23B5-5016-550A-2A8D4F8F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280" y="206442"/>
            <a:ext cx="7517454" cy="93736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FDA2B-DD03-1947-DE2C-4EB29C33701D}"/>
              </a:ext>
            </a:extLst>
          </p:cNvPr>
          <p:cNvSpPr txBox="1"/>
          <p:nvPr/>
        </p:nvSpPr>
        <p:spPr>
          <a:xfrm>
            <a:off x="543911" y="816618"/>
            <a:ext cx="11132191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Konert, A., Smereka, J., &amp; </a:t>
            </a:r>
            <a:r>
              <a:rPr lang="en-US" sz="1600" dirty="0" err="1"/>
              <a:t>Szarpak</a:t>
            </a:r>
            <a:r>
              <a:rPr lang="en-US" sz="1600" dirty="0"/>
              <a:t>, Ł. (2019). The Use of Drones in Emergency Medicine: Practical and Legal Aspects. </a:t>
            </a:r>
            <a:r>
              <a:rPr lang="en-US" sz="1600" i="1" dirty="0"/>
              <a:t>Emergency Medicine International</a:t>
            </a:r>
            <a:r>
              <a:rPr lang="en-US" sz="1600" dirty="0"/>
              <a:t>, 2019. </a:t>
            </a:r>
            <a:r>
              <a:rPr lang="en-US" sz="1600" dirty="0">
                <a:hlinkClick r:id="rId24"/>
              </a:rPr>
              <a:t>https://doi.org/10.1155/2019/3589792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err="1"/>
              <a:t>Nyaaba</a:t>
            </a:r>
            <a:r>
              <a:rPr lang="en-US" sz="1600" dirty="0"/>
              <a:t>, A., &amp; </a:t>
            </a:r>
            <a:r>
              <a:rPr lang="en-US" sz="1600" dirty="0" err="1"/>
              <a:t>Ayamga</a:t>
            </a:r>
            <a:r>
              <a:rPr lang="en-US" sz="1600" dirty="0"/>
              <a:t>, M. (2021). Intricacies of medical drones in healthcare delivery: Implications for Africa. </a:t>
            </a:r>
            <a:r>
              <a:rPr lang="en-US" sz="1600" i="1" dirty="0"/>
              <a:t>Technology in Society</a:t>
            </a:r>
            <a:r>
              <a:rPr lang="en-US" sz="1600" dirty="0"/>
              <a:t>, 66, 101624. </a:t>
            </a:r>
            <a:r>
              <a:rPr lang="en-US" sz="1600" dirty="0">
                <a:hlinkClick r:id="rId25"/>
              </a:rPr>
              <a:t>https://doi.org/10.1016/j.techsoc.2021.101624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Jain, P. (2020). Medicine Delivery Drone. </a:t>
            </a:r>
            <a:r>
              <a:rPr lang="en-US" sz="1600" i="1" dirty="0"/>
              <a:t>International Journal of Engineering Research and Technology</a:t>
            </a:r>
            <a:r>
              <a:rPr lang="en-US" sz="1600" dirty="0"/>
              <a:t>, V9.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Dejene, B., </a:t>
            </a:r>
            <a:r>
              <a:rPr lang="en-US" sz="1600" dirty="0" err="1"/>
              <a:t>Workeneh</a:t>
            </a:r>
            <a:r>
              <a:rPr lang="en-US" sz="1600" dirty="0"/>
              <a:t>, B., Fekadu, E., </a:t>
            </a:r>
            <a:r>
              <a:rPr lang="en-US" sz="1600" dirty="0" err="1"/>
              <a:t>Tadege</a:t>
            </a:r>
            <a:r>
              <a:rPr lang="en-US" sz="1600" dirty="0"/>
              <a:t>, L., &amp; Abdulwase, M. (2022). Medical Delivery Drone. </a:t>
            </a:r>
            <a:r>
              <a:rPr lang="en-US" sz="1600" i="1" dirty="0"/>
              <a:t>International Research Journal of Engineering IT &amp; Scientific Research</a:t>
            </a:r>
            <a:r>
              <a:rPr lang="en-US" sz="1600" dirty="0"/>
              <a:t>, 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Gunarathna, J., &amp; Munasinghe, R. (2018). Development of a Quad-rotor Fixed-wing Hybrid Unmanned Aerial Vehicle (UAV). IEEE </a:t>
            </a:r>
            <a:r>
              <a:rPr lang="en-US" sz="1600" dirty="0" err="1"/>
              <a:t>MERCon</a:t>
            </a:r>
            <a:r>
              <a:rPr lang="en-US" sz="1600" dirty="0"/>
              <a:t>. </a:t>
            </a:r>
            <a:r>
              <a:rPr lang="en-US" sz="1600" dirty="0">
                <a:hlinkClick r:id="rId26"/>
              </a:rPr>
              <a:t>https://doi.org/10.1109/MERCon.2018.8421941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Ostojic, G., </a:t>
            </a:r>
            <a:r>
              <a:rPr lang="en-US" sz="1600" dirty="0" err="1"/>
              <a:t>Stankovski</a:t>
            </a:r>
            <a:r>
              <a:rPr lang="en-US" sz="1600" dirty="0"/>
              <a:t>, S., </a:t>
            </a:r>
            <a:r>
              <a:rPr lang="en-US" sz="1600" dirty="0" err="1"/>
              <a:t>Tejic</a:t>
            </a:r>
            <a:r>
              <a:rPr lang="en-US" sz="1600" dirty="0"/>
              <a:t>, B., Đukić, N., &amp; </a:t>
            </a:r>
            <a:r>
              <a:rPr lang="en-US" sz="1600" dirty="0" err="1"/>
              <a:t>Tegeltija</a:t>
            </a:r>
            <a:r>
              <a:rPr lang="en-US" sz="1600" dirty="0"/>
              <a:t>, S. (2015). Design, Control and Application of Quadcopter. </a:t>
            </a:r>
            <a:r>
              <a:rPr lang="en-US" sz="1600" i="1" dirty="0"/>
              <a:t>International Journal of Industrial Engineering and Management</a:t>
            </a:r>
            <a:r>
              <a:rPr lang="en-US" sz="1600" dirty="0"/>
              <a:t>, 6, 43-48. </a:t>
            </a:r>
            <a:r>
              <a:rPr lang="en-US" sz="1600" dirty="0">
                <a:hlinkClick r:id="rId27"/>
              </a:rPr>
              <a:t>https://doi.org/10.24867/IJIEM-2015-1-106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Kumar, R., Manoj, S., &amp; Abinash Nataraj, S. (2020). Development of Drones for Delivery of Essential Medicines in Hilly Areas.</a:t>
            </a:r>
          </a:p>
        </p:txBody>
      </p:sp>
    </p:spTree>
    <p:extLst>
      <p:ext uri="{BB962C8B-B14F-4D97-AF65-F5344CB8AC3E}">
        <p14:creationId xmlns:p14="http://schemas.microsoft.com/office/powerpoint/2010/main" val="3542469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1960</TotalTime>
  <Words>1107</Words>
  <Application>Microsoft Office PowerPoint</Application>
  <PresentationFormat>Widescreen</PresentationFormat>
  <Paragraphs>166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AERODROP A SMART DRONE SYSTEM FOR MEDICAL AND ESSENTIALS </vt:lpstr>
      <vt:lpstr>ABSTRACT</vt:lpstr>
      <vt:lpstr>CONTENTS</vt:lpstr>
      <vt:lpstr>INTRODUCTION </vt:lpstr>
      <vt:lpstr>PowerPoint Presentation</vt:lpstr>
      <vt:lpstr>OBJECTIVES</vt:lpstr>
      <vt:lpstr>LITERATURE SURVEY</vt:lpstr>
      <vt:lpstr> OVERVIEW OF CURRENT DRONE DELIVERY MODELS </vt:lpstr>
      <vt:lpstr> LIMITATIONS IN EXISTING DRONE</vt:lpstr>
      <vt:lpstr>SIMULATION RESULTS</vt:lpstr>
      <vt:lpstr>SIMULATION RESULTS</vt:lpstr>
      <vt:lpstr>WORKING </vt:lpstr>
      <vt:lpstr>PROPOSED METHODOLOGY</vt:lpstr>
      <vt:lpstr>FUTURE SCOPE</vt:lpstr>
      <vt:lpstr> ADVANTAGES</vt:lpstr>
      <vt:lpstr> APPLICATIONS</vt:lpstr>
      <vt:lpstr>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METAMATERIAL BASED ANTENNA FOR NON- INVASIVE EARLY BREAST TUMOR DETECTION</dc:title>
  <dc:creator>ASWINI AKULA</dc:creator>
  <cp:lastModifiedBy>Ajay Chowdary uppalapati</cp:lastModifiedBy>
  <cp:revision>77</cp:revision>
  <dcterms:created xsi:type="dcterms:W3CDTF">2024-02-07T07:26:29Z</dcterms:created>
  <dcterms:modified xsi:type="dcterms:W3CDTF">2025-11-11T13:52:28Z</dcterms:modified>
</cp:coreProperties>
</file>